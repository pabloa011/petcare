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notesMasterIdLst>
    <p:notesMasterId r:id="rId12"/>
  </p:notesMasterIdLst>
  <p:handoutMasterIdLst>
    <p:handoutMasterId r:id="rId13"/>
  </p:handoutMasterIdLst>
  <p:sldIdLst>
    <p:sldId id="268" r:id="rId2"/>
    <p:sldId id="274" r:id="rId3"/>
    <p:sldId id="269" r:id="rId4"/>
    <p:sldId id="275" r:id="rId5"/>
    <p:sldId id="276" r:id="rId6"/>
    <p:sldId id="270" r:id="rId7"/>
    <p:sldId id="277" r:id="rId8"/>
    <p:sldId id="278" r:id="rId9"/>
    <p:sldId id="272" r:id="rId10"/>
    <p:sldId id="273" r:id="rId11"/>
  </p:sldIdLst>
  <p:sldSz cx="12188825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384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pos="959">
          <p15:clr>
            <a:srgbClr val="A4A3A4"/>
          </p15:clr>
        </p15:guide>
        <p15:guide id="5" pos="67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414" y="108"/>
      </p:cViewPr>
      <p:guideLst>
        <p:guide orient="horz" pos="2160"/>
        <p:guide orient="horz" pos="384"/>
        <p:guide orient="horz" pos="3792"/>
        <p:guide pos="959"/>
        <p:guide pos="671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301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modSld modMainMaster modNotesMaster modHandout">
      <pc:chgData name="Fake Test User" userId="SID-0" providerId="Test" clId="FakeClientId" dt="2018-12-03T09:21:36.070" v="40" actId="790"/>
      <pc:docMkLst>
        <pc:docMk/>
      </pc:docMkLst>
      <pc:sldChg chg="modSp modNotes">
        <pc:chgData name="Fake Test User" userId="SID-0" providerId="Test" clId="FakeClientId" dt="2018-12-03T09:20:59.336" v="30" actId="790"/>
        <pc:sldMkLst>
          <pc:docMk/>
          <pc:sldMk cId="2957189582" sldId="268"/>
        </pc:sldMkLst>
        <pc:spChg chg="mod">
          <ac:chgData name="Fake Test User" userId="SID-0" providerId="Test" clId="FakeClientId" dt="2018-12-03T09:07:58.225" v="0" actId="790"/>
          <ac:spMkLst>
            <pc:docMk/>
            <pc:sldMk cId="2957189582" sldId="268"/>
            <ac:spMk id="2" creationId="{00000000-0000-0000-0000-000000000000}"/>
          </ac:spMkLst>
        </pc:spChg>
        <pc:spChg chg="mod">
          <ac:chgData name="Fake Test User" userId="SID-0" providerId="Test" clId="FakeClientId" dt="2018-12-03T09:13:10.115" v="11" actId="14100"/>
          <ac:spMkLst>
            <pc:docMk/>
            <pc:sldMk cId="2957189582" sldId="268"/>
            <ac:spMk id="3" creationId="{00000000-0000-0000-0000-000000000000}"/>
          </ac:spMkLst>
        </pc:spChg>
      </pc:sldChg>
      <pc:sldChg chg="modSp modNotes">
        <pc:chgData name="Fake Test User" userId="SID-0" providerId="Test" clId="FakeClientId" dt="2018-12-03T09:21:02.540" v="31" actId="790"/>
        <pc:sldMkLst>
          <pc:docMk/>
          <pc:sldMk cId="3148110083" sldId="269"/>
        </pc:sldMkLst>
        <pc:spChg chg="mod">
          <ac:chgData name="Fake Test User" userId="SID-0" providerId="Test" clId="FakeClientId" dt="2018-12-03T09:08:24.786" v="1" actId="790"/>
          <ac:spMkLst>
            <pc:docMk/>
            <pc:sldMk cId="3148110083" sldId="269"/>
            <ac:spMk id="2" creationId="{00000000-0000-0000-0000-000000000000}"/>
          </ac:spMkLst>
        </pc:spChg>
        <pc:spChg chg="mod">
          <ac:chgData name="Fake Test User" userId="SID-0" providerId="Test" clId="FakeClientId" dt="2018-12-03T09:08:24.786" v="1" actId="790"/>
          <ac:spMkLst>
            <pc:docMk/>
            <pc:sldMk cId="3148110083" sldId="269"/>
            <ac:spMk id="3" creationId="{00000000-0000-0000-0000-000000000000}"/>
          </ac:spMkLst>
        </pc:spChg>
      </pc:sldChg>
      <pc:sldChg chg="modSp modNotes">
        <pc:chgData name="Fake Test User" userId="SID-0" providerId="Test" clId="FakeClientId" dt="2018-12-03T09:21:05.696" v="32" actId="790"/>
        <pc:sldMkLst>
          <pc:docMk/>
          <pc:sldMk cId="1152966011" sldId="270"/>
        </pc:sldMkLst>
        <pc:spChg chg="mod">
          <ac:chgData name="Fake Test User" userId="SID-0" providerId="Test" clId="FakeClientId" dt="2018-12-03T09:08:28.911" v="2" actId="790"/>
          <ac:spMkLst>
            <pc:docMk/>
            <pc:sldMk cId="1152966011" sldId="270"/>
            <ac:spMk id="2" creationId="{00000000-0000-0000-0000-000000000000}"/>
          </ac:spMkLst>
        </pc:spChg>
        <pc:spChg chg="mod">
          <ac:chgData name="Fake Test User" userId="SID-0" providerId="Test" clId="FakeClientId" dt="2018-12-03T09:08:28.911" v="2" actId="790"/>
          <ac:spMkLst>
            <pc:docMk/>
            <pc:sldMk cId="1152966011" sldId="270"/>
            <ac:spMk id="3" creationId="{00000000-0000-0000-0000-000000000000}"/>
          </ac:spMkLst>
        </pc:spChg>
        <pc:spChg chg="mod">
          <ac:chgData name="Fake Test User" userId="SID-0" providerId="Test" clId="FakeClientId" dt="2018-12-03T09:08:28.911" v="2" actId="790"/>
          <ac:spMkLst>
            <pc:docMk/>
            <pc:sldMk cId="1152966011" sldId="270"/>
            <ac:spMk id="4" creationId="{00000000-0000-0000-0000-000000000000}"/>
          </ac:spMkLst>
        </pc:spChg>
      </pc:sldChg>
      <pc:sldChg chg="modSp modNotes">
        <pc:chgData name="Fake Test User" userId="SID-0" providerId="Test" clId="FakeClientId" dt="2018-12-03T09:21:08.742" v="33" actId="790"/>
        <pc:sldMkLst>
          <pc:docMk/>
          <pc:sldMk cId="1255868717" sldId="271"/>
        </pc:sldMkLst>
        <pc:spChg chg="mod">
          <ac:chgData name="Fake Test User" userId="SID-0" providerId="Test" clId="FakeClientId" dt="2018-12-03T09:08:33.286" v="3" actId="790"/>
          <ac:spMkLst>
            <pc:docMk/>
            <pc:sldMk cId="1255868717" sldId="271"/>
            <ac:spMk id="2" creationId="{00000000-0000-0000-0000-000000000000}"/>
          </ac:spMkLst>
        </pc:spChg>
        <pc:spChg chg="mod">
          <ac:chgData name="Fake Test User" userId="SID-0" providerId="Test" clId="FakeClientId" dt="2018-12-03T09:08:33.286" v="3" actId="790"/>
          <ac:spMkLst>
            <pc:docMk/>
            <pc:sldMk cId="1255868717" sldId="271"/>
            <ac:spMk id="3" creationId="{00000000-0000-0000-0000-000000000000}"/>
          </ac:spMkLst>
        </pc:spChg>
      </pc:sldChg>
      <pc:sldChg chg="modSp modNotes">
        <pc:chgData name="Fake Test User" userId="SID-0" providerId="Test" clId="FakeClientId" dt="2018-12-03T09:21:12.102" v="34" actId="790"/>
        <pc:sldMkLst>
          <pc:docMk/>
          <pc:sldMk cId="3224243975" sldId="272"/>
        </pc:sldMkLst>
        <pc:spChg chg="mod">
          <ac:chgData name="Fake Test User" userId="SID-0" providerId="Test" clId="FakeClientId" dt="2018-12-03T09:08:37.098" v="4" actId="790"/>
          <ac:spMkLst>
            <pc:docMk/>
            <pc:sldMk cId="3224243975" sldId="272"/>
            <ac:spMk id="2" creationId="{00000000-0000-0000-0000-000000000000}"/>
          </ac:spMkLst>
        </pc:spChg>
        <pc:spChg chg="mod">
          <ac:chgData name="Fake Test User" userId="SID-0" providerId="Test" clId="FakeClientId" dt="2018-12-03T09:08:37.098" v="4" actId="790"/>
          <ac:spMkLst>
            <pc:docMk/>
            <pc:sldMk cId="3224243975" sldId="272"/>
            <ac:spMk id="3" creationId="{00000000-0000-0000-0000-000000000000}"/>
          </ac:spMkLst>
        </pc:spChg>
        <pc:spChg chg="mod">
          <ac:chgData name="Fake Test User" userId="SID-0" providerId="Test" clId="FakeClientId" dt="2018-12-03T09:08:37.098" v="4" actId="790"/>
          <ac:spMkLst>
            <pc:docMk/>
            <pc:sldMk cId="3224243975" sldId="272"/>
            <ac:spMk id="4" creationId="{00000000-0000-0000-0000-000000000000}"/>
          </ac:spMkLst>
        </pc:spChg>
      </pc:sldChg>
      <pc:sldChg chg="modSp modNotes">
        <pc:chgData name="Fake Test User" userId="SID-0" providerId="Test" clId="FakeClientId" dt="2018-12-03T09:21:15.601" v="35" actId="790"/>
        <pc:sldMkLst>
          <pc:docMk/>
          <pc:sldMk cId="3519010733" sldId="273"/>
        </pc:sldMkLst>
        <pc:spChg chg="mod">
          <ac:chgData name="Fake Test User" userId="SID-0" providerId="Test" clId="FakeClientId" dt="2018-12-03T09:08:41.129" v="5" actId="790"/>
          <ac:spMkLst>
            <pc:docMk/>
            <pc:sldMk cId="3519010733" sldId="273"/>
            <ac:spMk id="2" creationId="{00000000-0000-0000-0000-000000000000}"/>
          </ac:spMkLst>
        </pc:spChg>
        <pc:spChg chg="mod">
          <ac:chgData name="Fake Test User" userId="SID-0" providerId="Test" clId="FakeClientId" dt="2018-12-03T09:08:41.129" v="5" actId="790"/>
          <ac:spMkLst>
            <pc:docMk/>
            <pc:sldMk cId="3519010733" sldId="273"/>
            <ac:spMk id="3" creationId="{00000000-0000-0000-0000-000000000000}"/>
          </ac:spMkLst>
        </pc:spChg>
      </pc:sldChg>
      <pc:sldChg chg="modSp modNotes">
        <pc:chgData name="Fake Test User" userId="SID-0" providerId="Test" clId="FakeClientId" dt="2018-12-03T09:21:19.398" v="36" actId="790"/>
        <pc:sldMkLst>
          <pc:docMk/>
          <pc:sldMk cId="515381222" sldId="274"/>
        </pc:sldMkLst>
        <pc:spChg chg="mod">
          <ac:chgData name="Fake Test User" userId="SID-0" providerId="Test" clId="FakeClientId" dt="2018-12-03T09:08:45.019" v="6" actId="790"/>
          <ac:spMkLst>
            <pc:docMk/>
            <pc:sldMk cId="515381222" sldId="274"/>
            <ac:spMk id="2" creationId="{00000000-0000-0000-0000-000000000000}"/>
          </ac:spMkLst>
        </pc:spChg>
        <pc:spChg chg="mod">
          <ac:chgData name="Fake Test User" userId="SID-0" providerId="Test" clId="FakeClientId" dt="2018-12-03T09:08:45.019" v="6" actId="790"/>
          <ac:spMkLst>
            <pc:docMk/>
            <pc:sldMk cId="515381222" sldId="274"/>
            <ac:spMk id="3" creationId="{00000000-0000-0000-0000-000000000000}"/>
          </ac:spMkLst>
        </pc:spChg>
      </pc:sldChg>
      <pc:sldChg chg="modSp modNotes">
        <pc:chgData name="Fake Test User" userId="SID-0" providerId="Test" clId="FakeClientId" dt="2018-12-03T09:21:23.492" v="37" actId="790"/>
        <pc:sldMkLst>
          <pc:docMk/>
          <pc:sldMk cId="2819748410" sldId="275"/>
        </pc:sldMkLst>
        <pc:spChg chg="mod">
          <ac:chgData name="Fake Test User" userId="SID-0" providerId="Test" clId="FakeClientId" dt="2018-12-03T09:08:49.269" v="7" actId="790"/>
          <ac:spMkLst>
            <pc:docMk/>
            <pc:sldMk cId="2819748410" sldId="275"/>
            <ac:spMk id="2" creationId="{00000000-0000-0000-0000-000000000000}"/>
          </ac:spMkLst>
        </pc:spChg>
        <pc:spChg chg="mod">
          <ac:chgData name="Fake Test User" userId="SID-0" providerId="Test" clId="FakeClientId" dt="2018-12-03T09:08:49.269" v="7" actId="790"/>
          <ac:spMkLst>
            <pc:docMk/>
            <pc:sldMk cId="2819748410" sldId="275"/>
            <ac:spMk id="3" creationId="{00000000-0000-0000-0000-000000000000}"/>
          </ac:spMkLst>
        </pc:spChg>
        <pc:spChg chg="mod">
          <ac:chgData name="Fake Test User" userId="SID-0" providerId="Test" clId="FakeClientId" dt="2018-12-03T09:08:49.269" v="7" actId="790"/>
          <ac:spMkLst>
            <pc:docMk/>
            <pc:sldMk cId="2819748410" sldId="275"/>
            <ac:spMk id="4" creationId="{00000000-0000-0000-0000-000000000000}"/>
          </ac:spMkLst>
        </pc:spChg>
      </pc:sldChg>
      <pc:sldChg chg="modSp modNotes">
        <pc:chgData name="Fake Test User" userId="SID-0" providerId="Test" clId="FakeClientId" dt="2018-12-03T09:21:28.132" v="38" actId="790"/>
        <pc:sldMkLst>
          <pc:docMk/>
          <pc:sldMk cId="2585531345" sldId="276"/>
        </pc:sldMkLst>
        <pc:spChg chg="mod">
          <ac:chgData name="Fake Test User" userId="SID-0" providerId="Test" clId="FakeClientId" dt="2018-12-03T09:08:53.254" v="8" actId="790"/>
          <ac:spMkLst>
            <pc:docMk/>
            <pc:sldMk cId="2585531345" sldId="276"/>
            <ac:spMk id="2" creationId="{00000000-0000-0000-0000-000000000000}"/>
          </ac:spMkLst>
        </pc:spChg>
        <pc:spChg chg="mod">
          <ac:chgData name="Fake Test User" userId="SID-0" providerId="Test" clId="FakeClientId" dt="2018-12-03T09:08:53.254" v="8" actId="790"/>
          <ac:spMkLst>
            <pc:docMk/>
            <pc:sldMk cId="2585531345" sldId="276"/>
            <ac:spMk id="3" creationId="{00000000-0000-0000-0000-000000000000}"/>
          </ac:spMkLst>
        </pc:spChg>
        <pc:spChg chg="mod">
          <ac:chgData name="Fake Test User" userId="SID-0" providerId="Test" clId="FakeClientId" dt="2018-12-03T09:08:53.254" v="8" actId="790"/>
          <ac:spMkLst>
            <pc:docMk/>
            <pc:sldMk cId="2585531345" sldId="276"/>
            <ac:spMk id="4" creationId="{00000000-0000-0000-0000-000000000000}"/>
          </ac:spMkLst>
        </pc:spChg>
      </pc:sldChg>
      <pc:sldChg chg="modSp modNotes">
        <pc:chgData name="Fake Test User" userId="SID-0" providerId="Test" clId="FakeClientId" dt="2018-12-03T09:21:31.663" v="39" actId="790"/>
        <pc:sldMkLst>
          <pc:docMk/>
          <pc:sldMk cId="1200217142" sldId="277"/>
        </pc:sldMkLst>
        <pc:spChg chg="mod">
          <ac:chgData name="Fake Test User" userId="SID-0" providerId="Test" clId="FakeClientId" dt="2018-12-03T09:08:57.347" v="9" actId="790"/>
          <ac:spMkLst>
            <pc:docMk/>
            <pc:sldMk cId="1200217142" sldId="277"/>
            <ac:spMk id="2" creationId="{00000000-0000-0000-0000-000000000000}"/>
          </ac:spMkLst>
        </pc:spChg>
        <pc:spChg chg="mod">
          <ac:chgData name="Fake Test User" userId="SID-0" providerId="Test" clId="FakeClientId" dt="2018-12-03T09:08:57.347" v="9" actId="790"/>
          <ac:spMkLst>
            <pc:docMk/>
            <pc:sldMk cId="1200217142" sldId="277"/>
            <ac:spMk id="3" creationId="{00000000-0000-0000-0000-000000000000}"/>
          </ac:spMkLst>
        </pc:spChg>
      </pc:sldChg>
      <pc:sldChg chg="modSp modNotes">
        <pc:chgData name="Fake Test User" userId="SID-0" providerId="Test" clId="FakeClientId" dt="2018-12-03T09:21:36.070" v="40" actId="790"/>
        <pc:sldMkLst>
          <pc:docMk/>
          <pc:sldMk cId="897847061" sldId="278"/>
        </pc:sldMkLst>
        <pc:spChg chg="mod">
          <ac:chgData name="Fake Test User" userId="SID-0" providerId="Test" clId="FakeClientId" dt="2018-12-03T09:09:01.003" v="10" actId="790"/>
          <ac:spMkLst>
            <pc:docMk/>
            <pc:sldMk cId="897847061" sldId="278"/>
            <ac:spMk id="2" creationId="{00000000-0000-0000-0000-000000000000}"/>
          </ac:spMkLst>
        </pc:spChg>
        <pc:spChg chg="mod">
          <ac:chgData name="Fake Test User" userId="SID-0" providerId="Test" clId="FakeClientId" dt="2018-12-03T09:09:01.003" v="10" actId="790"/>
          <ac:spMkLst>
            <pc:docMk/>
            <pc:sldMk cId="897847061" sldId="278"/>
            <ac:spMk id="3" creationId="{00000000-0000-0000-0000-000000000000}"/>
          </ac:spMkLst>
        </pc:spChg>
      </pc:sldChg>
      <pc:sldMasterChg chg="modSp modSldLayout">
        <pc:chgData name="Fake Test User" userId="SID-0" providerId="Test" clId="FakeClientId" dt="2018-12-03T09:19:55.294" v="26" actId="790"/>
        <pc:sldMasterMkLst>
          <pc:docMk/>
          <pc:sldMasterMk cId="3310681898" sldId="2147483924"/>
        </pc:sldMasterMkLst>
        <pc:spChg chg="mod">
          <ac:chgData name="Fake Test User" userId="SID-0" providerId="Test" clId="FakeClientId" dt="2018-12-03T09:19:01.531" v="13" actId="790"/>
          <ac:spMkLst>
            <pc:docMk/>
            <pc:sldMasterMk cId="3310681898" sldId="2147483924"/>
            <ac:spMk id="2" creationId="{00000000-0000-0000-0000-000000000000}"/>
          </ac:spMkLst>
        </pc:spChg>
        <pc:spChg chg="mod">
          <ac:chgData name="Fake Test User" userId="SID-0" providerId="Test" clId="FakeClientId" dt="2018-12-03T09:19:01.531" v="13" actId="790"/>
          <ac:spMkLst>
            <pc:docMk/>
            <pc:sldMasterMk cId="3310681898" sldId="2147483924"/>
            <ac:spMk id="3" creationId="{00000000-0000-0000-0000-000000000000}"/>
          </ac:spMkLst>
        </pc:spChg>
        <pc:spChg chg="mod">
          <ac:chgData name="Fake Test User" userId="SID-0" providerId="Test" clId="FakeClientId" dt="2018-12-03T09:19:01.531" v="13" actId="790"/>
          <ac:spMkLst>
            <pc:docMk/>
            <pc:sldMasterMk cId="3310681898" sldId="2147483924"/>
            <ac:spMk id="4" creationId="{00000000-0000-0000-0000-000000000000}"/>
          </ac:spMkLst>
        </pc:spChg>
        <pc:spChg chg="mod">
          <ac:chgData name="Fake Test User" userId="SID-0" providerId="Test" clId="FakeClientId" dt="2018-12-03T09:19:01.531" v="13" actId="790"/>
          <ac:spMkLst>
            <pc:docMk/>
            <pc:sldMasterMk cId="3310681898" sldId="2147483924"/>
            <ac:spMk id="5" creationId="{00000000-0000-0000-0000-000000000000}"/>
          </ac:spMkLst>
        </pc:spChg>
        <pc:spChg chg="mod">
          <ac:chgData name="Fake Test User" userId="SID-0" providerId="Test" clId="FakeClientId" dt="2018-12-03T09:19:01.531" v="13" actId="790"/>
          <ac:spMkLst>
            <pc:docMk/>
            <pc:sldMasterMk cId="3310681898" sldId="2147483924"/>
            <ac:spMk id="6" creationId="{00000000-0000-0000-0000-000000000000}"/>
          </ac:spMkLst>
        </pc:spChg>
        <pc:spChg chg="mod">
          <ac:chgData name="Fake Test User" userId="SID-0" providerId="Test" clId="FakeClientId" dt="2018-12-03T09:19:01.531" v="13" actId="790"/>
          <ac:spMkLst>
            <pc:docMk/>
            <pc:sldMasterMk cId="3310681898" sldId="2147483924"/>
            <ac:spMk id="7" creationId="{00000000-0000-0000-0000-000000000000}"/>
          </ac:spMkLst>
        </pc:spChg>
        <pc:spChg chg="mod">
          <ac:chgData name="Fake Test User" userId="SID-0" providerId="Test" clId="FakeClientId" dt="2018-12-03T09:19:01.531" v="13" actId="790"/>
          <ac:spMkLst>
            <pc:docMk/>
            <pc:sldMasterMk cId="3310681898" sldId="2147483924"/>
            <ac:spMk id="8" creationId="{00000000-0000-0000-0000-000000000000}"/>
          </ac:spMkLst>
        </pc:spChg>
        <pc:spChg chg="mod">
          <ac:chgData name="Fake Test User" userId="SID-0" providerId="Test" clId="FakeClientId" dt="2018-12-03T09:19:01.531" v="13" actId="790"/>
          <ac:spMkLst>
            <pc:docMk/>
            <pc:sldMasterMk cId="3310681898" sldId="2147483924"/>
            <ac:spMk id="9" creationId="{00000000-0000-0000-0000-000000000000}"/>
          </ac:spMkLst>
        </pc:spChg>
        <pc:spChg chg="mod">
          <ac:chgData name="Fake Test User" userId="SID-0" providerId="Test" clId="FakeClientId" dt="2018-12-03T09:19:01.531" v="13" actId="790"/>
          <ac:spMkLst>
            <pc:docMk/>
            <pc:sldMasterMk cId="3310681898" sldId="2147483924"/>
            <ac:spMk id="11" creationId="{00000000-0000-0000-0000-000000000000}"/>
          </ac:spMkLst>
        </pc:spChg>
        <pc:spChg chg="mod">
          <ac:chgData name="Fake Test User" userId="SID-0" providerId="Test" clId="FakeClientId" dt="2018-12-03T09:19:01.531" v="13" actId="790"/>
          <ac:spMkLst>
            <pc:docMk/>
            <pc:sldMasterMk cId="3310681898" sldId="2147483924"/>
            <ac:spMk id="12" creationId="{00000000-0000-0000-0000-000000000000}"/>
          </ac:spMkLst>
        </pc:spChg>
        <pc:spChg chg="mod">
          <ac:chgData name="Fake Test User" userId="SID-0" providerId="Test" clId="FakeClientId" dt="2018-12-03T09:19:01.531" v="13" actId="790"/>
          <ac:spMkLst>
            <pc:docMk/>
            <pc:sldMasterMk cId="3310681898" sldId="2147483924"/>
            <ac:spMk id="13" creationId="{00000000-0000-0000-0000-000000000000}"/>
          </ac:spMkLst>
        </pc:spChg>
        <pc:sldLayoutChg chg="modSp">
          <pc:chgData name="Fake Test User" userId="SID-0" providerId="Test" clId="FakeClientId" dt="2018-12-03T09:19:55.294" v="26" actId="790"/>
          <pc:sldLayoutMkLst>
            <pc:docMk/>
            <pc:sldMasterMk cId="3310681898" sldId="2147483924"/>
            <pc:sldLayoutMk cId="506475798" sldId="2147483914"/>
          </pc:sldLayoutMkLst>
          <pc:spChg chg="mod">
            <ac:chgData name="Fake Test User" userId="SID-0" providerId="Test" clId="FakeClientId" dt="2018-12-03T09:19:55.294" v="26" actId="790"/>
            <ac:spMkLst>
              <pc:docMk/>
              <pc:sldMasterMk cId="3310681898" sldId="2147483924"/>
              <pc:sldLayoutMk cId="506475798" sldId="2147483914"/>
              <ac:spMk id="2" creationId="{00000000-0000-0000-0000-000000000000}"/>
            </ac:spMkLst>
          </pc:spChg>
          <pc:spChg chg="mod">
            <ac:chgData name="Fake Test User" userId="SID-0" providerId="Test" clId="FakeClientId" dt="2018-12-03T09:19:55.294" v="26" actId="790"/>
            <ac:spMkLst>
              <pc:docMk/>
              <pc:sldMasterMk cId="3310681898" sldId="2147483924"/>
              <pc:sldLayoutMk cId="506475798" sldId="2147483914"/>
              <ac:spMk id="3" creationId="{00000000-0000-0000-0000-000000000000}"/>
            </ac:spMkLst>
          </pc:spChg>
          <pc:spChg chg="mod">
            <ac:chgData name="Fake Test User" userId="SID-0" providerId="Test" clId="FakeClientId" dt="2018-12-03T09:19:55.294" v="26" actId="790"/>
            <ac:spMkLst>
              <pc:docMk/>
              <pc:sldMasterMk cId="3310681898" sldId="2147483924"/>
              <pc:sldLayoutMk cId="506475798" sldId="2147483914"/>
              <ac:spMk id="4" creationId="{00000000-0000-0000-0000-000000000000}"/>
            </ac:spMkLst>
          </pc:spChg>
          <pc:spChg chg="mod">
            <ac:chgData name="Fake Test User" userId="SID-0" providerId="Test" clId="FakeClientId" dt="2018-12-03T09:19:55.294" v="26" actId="790"/>
            <ac:spMkLst>
              <pc:docMk/>
              <pc:sldMasterMk cId="3310681898" sldId="2147483924"/>
              <pc:sldLayoutMk cId="506475798" sldId="2147483914"/>
              <ac:spMk id="5" creationId="{00000000-0000-0000-0000-000000000000}"/>
            </ac:spMkLst>
          </pc:spChg>
          <pc:spChg chg="mod">
            <ac:chgData name="Fake Test User" userId="SID-0" providerId="Test" clId="FakeClientId" dt="2018-12-03T09:19:55.294" v="26" actId="790"/>
            <ac:spMkLst>
              <pc:docMk/>
              <pc:sldMasterMk cId="3310681898" sldId="2147483924"/>
              <pc:sldLayoutMk cId="506475798" sldId="2147483914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8-12-03T09:19:06.593" v="14" actId="790"/>
          <pc:sldLayoutMkLst>
            <pc:docMk/>
            <pc:sldMasterMk cId="3310681898" sldId="2147483924"/>
            <pc:sldLayoutMk cId="4088169977" sldId="2147483925"/>
          </pc:sldLayoutMkLst>
          <pc:spChg chg="mod">
            <ac:chgData name="Fake Test User" userId="SID-0" providerId="Test" clId="FakeClientId" dt="2018-12-03T09:19:06.593" v="14" actId="790"/>
            <ac:spMkLst>
              <pc:docMk/>
              <pc:sldMasterMk cId="3310681898" sldId="2147483924"/>
              <pc:sldLayoutMk cId="4088169977" sldId="2147483925"/>
              <ac:spMk id="2" creationId="{00000000-0000-0000-0000-000000000000}"/>
            </ac:spMkLst>
          </pc:spChg>
          <pc:spChg chg="mod">
            <ac:chgData name="Fake Test User" userId="SID-0" providerId="Test" clId="FakeClientId" dt="2018-12-03T09:19:06.593" v="14" actId="790"/>
            <ac:spMkLst>
              <pc:docMk/>
              <pc:sldMasterMk cId="3310681898" sldId="2147483924"/>
              <pc:sldLayoutMk cId="4088169977" sldId="2147483925"/>
              <ac:spMk id="3" creationId="{00000000-0000-0000-0000-000000000000}"/>
            </ac:spMkLst>
          </pc:spChg>
          <pc:spChg chg="mod">
            <ac:chgData name="Fake Test User" userId="SID-0" providerId="Test" clId="FakeClientId" dt="2018-12-03T09:19:06.593" v="14" actId="790"/>
            <ac:spMkLst>
              <pc:docMk/>
              <pc:sldMasterMk cId="3310681898" sldId="2147483924"/>
              <pc:sldLayoutMk cId="4088169977" sldId="2147483925"/>
              <ac:spMk id="8" creationId="{00000000-0000-0000-0000-000000000000}"/>
            </ac:spMkLst>
          </pc:spChg>
          <pc:spChg chg="mod">
            <ac:chgData name="Fake Test User" userId="SID-0" providerId="Test" clId="FakeClientId" dt="2018-12-03T09:19:06.593" v="14" actId="790"/>
            <ac:spMkLst>
              <pc:docMk/>
              <pc:sldMasterMk cId="3310681898" sldId="2147483924"/>
              <pc:sldLayoutMk cId="4088169977" sldId="2147483925"/>
              <ac:spMk id="9" creationId="{00000000-0000-0000-0000-000000000000}"/>
            </ac:spMkLst>
          </pc:spChg>
          <pc:spChg chg="mod">
            <ac:chgData name="Fake Test User" userId="SID-0" providerId="Test" clId="FakeClientId" dt="2018-12-03T09:19:06.593" v="14" actId="790"/>
            <ac:spMkLst>
              <pc:docMk/>
              <pc:sldMasterMk cId="3310681898" sldId="2147483924"/>
              <pc:sldLayoutMk cId="4088169977" sldId="2147483925"/>
              <ac:spMk id="10" creationId="{00000000-0000-0000-0000-000000000000}"/>
            </ac:spMkLst>
          </pc:spChg>
          <pc:spChg chg="mod">
            <ac:chgData name="Fake Test User" userId="SID-0" providerId="Test" clId="FakeClientId" dt="2018-12-03T09:19:06.593" v="14" actId="790"/>
            <ac:spMkLst>
              <pc:docMk/>
              <pc:sldMasterMk cId="3310681898" sldId="2147483924"/>
              <pc:sldLayoutMk cId="4088169977" sldId="2147483925"/>
              <ac:spMk id="13" creationId="{00000000-0000-0000-0000-000000000000}"/>
            </ac:spMkLst>
          </pc:spChg>
          <pc:spChg chg="mod">
            <ac:chgData name="Fake Test User" userId="SID-0" providerId="Test" clId="FakeClientId" dt="2018-12-03T09:19:06.593" v="14" actId="790"/>
            <ac:spMkLst>
              <pc:docMk/>
              <pc:sldMasterMk cId="3310681898" sldId="2147483924"/>
              <pc:sldLayoutMk cId="4088169977" sldId="2147483925"/>
              <ac:spMk id="14" creationId="{00000000-0000-0000-0000-000000000000}"/>
            </ac:spMkLst>
          </pc:spChg>
          <pc:spChg chg="mod">
            <ac:chgData name="Fake Test User" userId="SID-0" providerId="Test" clId="FakeClientId" dt="2018-12-03T09:19:06.593" v="14" actId="790"/>
            <ac:spMkLst>
              <pc:docMk/>
              <pc:sldMasterMk cId="3310681898" sldId="2147483924"/>
              <pc:sldLayoutMk cId="4088169977" sldId="2147483925"/>
              <ac:spMk id="15" creationId="{00000000-0000-0000-0000-000000000000}"/>
            </ac:spMkLst>
          </pc:spChg>
          <pc:spChg chg="mod">
            <ac:chgData name="Fake Test User" userId="SID-0" providerId="Test" clId="FakeClientId" dt="2018-12-03T09:19:06.593" v="14" actId="790"/>
            <ac:spMkLst>
              <pc:docMk/>
              <pc:sldMasterMk cId="3310681898" sldId="2147483924"/>
              <pc:sldLayoutMk cId="4088169977" sldId="2147483925"/>
              <ac:spMk id="16" creationId="{00000000-0000-0000-0000-000000000000}"/>
            </ac:spMkLst>
          </pc:spChg>
          <pc:spChg chg="mod">
            <ac:chgData name="Fake Test User" userId="SID-0" providerId="Test" clId="FakeClientId" dt="2018-12-03T09:19:06.593" v="14" actId="790"/>
            <ac:spMkLst>
              <pc:docMk/>
              <pc:sldMasterMk cId="3310681898" sldId="2147483924"/>
              <pc:sldLayoutMk cId="4088169977" sldId="2147483925"/>
              <ac:spMk id="20" creationId="{00000000-0000-0000-0000-000000000000}"/>
            </ac:spMkLst>
          </pc:spChg>
          <pc:spChg chg="mod">
            <ac:chgData name="Fake Test User" userId="SID-0" providerId="Test" clId="FakeClientId" dt="2018-12-03T09:19:06.593" v="14" actId="790"/>
            <ac:spMkLst>
              <pc:docMk/>
              <pc:sldMasterMk cId="3310681898" sldId="2147483924"/>
              <pc:sldLayoutMk cId="4088169977" sldId="2147483925"/>
              <ac:spMk id="21" creationId="{00000000-0000-0000-0000-000000000000}"/>
            </ac:spMkLst>
          </pc:spChg>
          <pc:spChg chg="mod">
            <ac:chgData name="Fake Test User" userId="SID-0" providerId="Test" clId="FakeClientId" dt="2018-12-03T09:19:06.593" v="14" actId="790"/>
            <ac:spMkLst>
              <pc:docMk/>
              <pc:sldMasterMk cId="3310681898" sldId="2147483924"/>
              <pc:sldLayoutMk cId="4088169977" sldId="2147483925"/>
              <ac:spMk id="22" creationId="{00000000-0000-0000-0000-000000000000}"/>
            </ac:spMkLst>
          </pc:spChg>
        </pc:sldLayoutChg>
        <pc:sldLayoutChg chg="modSp">
          <pc:chgData name="Fake Test User" userId="SID-0" providerId="Test" clId="FakeClientId" dt="2018-12-03T09:19:20.608" v="15" actId="790"/>
          <pc:sldLayoutMkLst>
            <pc:docMk/>
            <pc:sldMasterMk cId="3310681898" sldId="2147483924"/>
            <pc:sldLayoutMk cId="894591149" sldId="2147483926"/>
          </pc:sldLayoutMkLst>
          <pc:spChg chg="mod">
            <ac:chgData name="Fake Test User" userId="SID-0" providerId="Test" clId="FakeClientId" dt="2018-12-03T09:19:20.608" v="15" actId="790"/>
            <ac:spMkLst>
              <pc:docMk/>
              <pc:sldMasterMk cId="3310681898" sldId="2147483924"/>
              <pc:sldLayoutMk cId="894591149" sldId="2147483926"/>
              <ac:spMk id="2" creationId="{00000000-0000-0000-0000-000000000000}"/>
            </ac:spMkLst>
          </pc:spChg>
          <pc:spChg chg="mod">
            <ac:chgData name="Fake Test User" userId="SID-0" providerId="Test" clId="FakeClientId" dt="2018-12-03T09:19:20.608" v="15" actId="790"/>
            <ac:spMkLst>
              <pc:docMk/>
              <pc:sldMasterMk cId="3310681898" sldId="2147483924"/>
              <pc:sldLayoutMk cId="894591149" sldId="2147483926"/>
              <ac:spMk id="3" creationId="{00000000-0000-0000-0000-000000000000}"/>
            </ac:spMkLst>
          </pc:spChg>
          <pc:spChg chg="mod">
            <ac:chgData name="Fake Test User" userId="SID-0" providerId="Test" clId="FakeClientId" dt="2018-12-03T09:19:20.608" v="15" actId="790"/>
            <ac:spMkLst>
              <pc:docMk/>
              <pc:sldMasterMk cId="3310681898" sldId="2147483924"/>
              <pc:sldLayoutMk cId="894591149" sldId="2147483926"/>
              <ac:spMk id="4" creationId="{00000000-0000-0000-0000-000000000000}"/>
            </ac:spMkLst>
          </pc:spChg>
          <pc:spChg chg="mod">
            <ac:chgData name="Fake Test User" userId="SID-0" providerId="Test" clId="FakeClientId" dt="2018-12-03T09:19:20.608" v="15" actId="790"/>
            <ac:spMkLst>
              <pc:docMk/>
              <pc:sldMasterMk cId="3310681898" sldId="2147483924"/>
              <pc:sldLayoutMk cId="894591149" sldId="2147483926"/>
              <ac:spMk id="5" creationId="{00000000-0000-0000-0000-000000000000}"/>
            </ac:spMkLst>
          </pc:spChg>
          <pc:spChg chg="mod">
            <ac:chgData name="Fake Test User" userId="SID-0" providerId="Test" clId="FakeClientId" dt="2018-12-03T09:19:20.608" v="15" actId="790"/>
            <ac:spMkLst>
              <pc:docMk/>
              <pc:sldMasterMk cId="3310681898" sldId="2147483924"/>
              <pc:sldLayoutMk cId="894591149" sldId="2147483926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8-12-03T09:19:24.217" v="16" actId="790"/>
          <pc:sldLayoutMkLst>
            <pc:docMk/>
            <pc:sldMasterMk cId="3310681898" sldId="2147483924"/>
            <pc:sldLayoutMk cId="3484106010" sldId="2147483927"/>
          </pc:sldLayoutMkLst>
          <pc:spChg chg="mod">
            <ac:chgData name="Fake Test User" userId="SID-0" providerId="Test" clId="FakeClientId" dt="2018-12-03T09:19:24.217" v="16" actId="790"/>
            <ac:spMkLst>
              <pc:docMk/>
              <pc:sldMasterMk cId="3310681898" sldId="2147483924"/>
              <pc:sldLayoutMk cId="3484106010" sldId="2147483927"/>
              <ac:spMk id="2" creationId="{00000000-0000-0000-0000-000000000000}"/>
            </ac:spMkLst>
          </pc:spChg>
          <pc:spChg chg="mod">
            <ac:chgData name="Fake Test User" userId="SID-0" providerId="Test" clId="FakeClientId" dt="2018-12-03T09:19:24.217" v="16" actId="790"/>
            <ac:spMkLst>
              <pc:docMk/>
              <pc:sldMasterMk cId="3310681898" sldId="2147483924"/>
              <pc:sldLayoutMk cId="3484106010" sldId="2147483927"/>
              <ac:spMk id="3" creationId="{00000000-0000-0000-0000-000000000000}"/>
            </ac:spMkLst>
          </pc:spChg>
          <pc:spChg chg="mod">
            <ac:chgData name="Fake Test User" userId="SID-0" providerId="Test" clId="FakeClientId" dt="2018-12-03T09:19:24.217" v="16" actId="790"/>
            <ac:spMkLst>
              <pc:docMk/>
              <pc:sldMasterMk cId="3310681898" sldId="2147483924"/>
              <pc:sldLayoutMk cId="3484106010" sldId="2147483927"/>
              <ac:spMk id="4" creationId="{00000000-0000-0000-0000-000000000000}"/>
            </ac:spMkLst>
          </pc:spChg>
          <pc:spChg chg="mod">
            <ac:chgData name="Fake Test User" userId="SID-0" providerId="Test" clId="FakeClientId" dt="2018-12-03T09:19:24.217" v="16" actId="790"/>
            <ac:spMkLst>
              <pc:docMk/>
              <pc:sldMasterMk cId="3310681898" sldId="2147483924"/>
              <pc:sldLayoutMk cId="3484106010" sldId="2147483927"/>
              <ac:spMk id="5" creationId="{00000000-0000-0000-0000-000000000000}"/>
            </ac:spMkLst>
          </pc:spChg>
          <pc:spChg chg="mod">
            <ac:chgData name="Fake Test User" userId="SID-0" providerId="Test" clId="FakeClientId" dt="2018-12-03T09:19:24.217" v="16" actId="790"/>
            <ac:spMkLst>
              <pc:docMk/>
              <pc:sldMasterMk cId="3310681898" sldId="2147483924"/>
              <pc:sldLayoutMk cId="3484106010" sldId="2147483927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8-12-03T09:19:27.686" v="17" actId="790"/>
          <pc:sldLayoutMkLst>
            <pc:docMk/>
            <pc:sldMasterMk cId="3310681898" sldId="2147483924"/>
            <pc:sldLayoutMk cId="1512259294" sldId="2147483928"/>
          </pc:sldLayoutMkLst>
          <pc:spChg chg="mod">
            <ac:chgData name="Fake Test User" userId="SID-0" providerId="Test" clId="FakeClientId" dt="2018-12-03T09:19:27.686" v="17" actId="790"/>
            <ac:spMkLst>
              <pc:docMk/>
              <pc:sldMasterMk cId="3310681898" sldId="2147483924"/>
              <pc:sldLayoutMk cId="1512259294" sldId="2147483928"/>
              <ac:spMk id="2" creationId="{00000000-0000-0000-0000-000000000000}"/>
            </ac:spMkLst>
          </pc:spChg>
          <pc:spChg chg="mod">
            <ac:chgData name="Fake Test User" userId="SID-0" providerId="Test" clId="FakeClientId" dt="2018-12-03T09:19:27.686" v="17" actId="790"/>
            <ac:spMkLst>
              <pc:docMk/>
              <pc:sldMasterMk cId="3310681898" sldId="2147483924"/>
              <pc:sldLayoutMk cId="1512259294" sldId="2147483928"/>
              <ac:spMk id="3" creationId="{00000000-0000-0000-0000-000000000000}"/>
            </ac:spMkLst>
          </pc:spChg>
          <pc:spChg chg="mod">
            <ac:chgData name="Fake Test User" userId="SID-0" providerId="Test" clId="FakeClientId" dt="2018-12-03T09:19:27.686" v="17" actId="790"/>
            <ac:spMkLst>
              <pc:docMk/>
              <pc:sldMasterMk cId="3310681898" sldId="2147483924"/>
              <pc:sldLayoutMk cId="1512259294" sldId="2147483928"/>
              <ac:spMk id="4" creationId="{00000000-0000-0000-0000-000000000000}"/>
            </ac:spMkLst>
          </pc:spChg>
          <pc:spChg chg="mod">
            <ac:chgData name="Fake Test User" userId="SID-0" providerId="Test" clId="FakeClientId" dt="2018-12-03T09:19:27.686" v="17" actId="790"/>
            <ac:spMkLst>
              <pc:docMk/>
              <pc:sldMasterMk cId="3310681898" sldId="2147483924"/>
              <pc:sldLayoutMk cId="1512259294" sldId="2147483928"/>
              <ac:spMk id="5" creationId="{00000000-0000-0000-0000-000000000000}"/>
            </ac:spMkLst>
          </pc:spChg>
          <pc:spChg chg="mod">
            <ac:chgData name="Fake Test User" userId="SID-0" providerId="Test" clId="FakeClientId" dt="2018-12-03T09:19:27.686" v="17" actId="790"/>
            <ac:spMkLst>
              <pc:docMk/>
              <pc:sldMasterMk cId="3310681898" sldId="2147483924"/>
              <pc:sldLayoutMk cId="1512259294" sldId="2147483928"/>
              <ac:spMk id="6" creationId="{00000000-0000-0000-0000-000000000000}"/>
            </ac:spMkLst>
          </pc:spChg>
          <pc:spChg chg="mod">
            <ac:chgData name="Fake Test User" userId="SID-0" providerId="Test" clId="FakeClientId" dt="2018-12-03T09:19:27.686" v="17" actId="790"/>
            <ac:spMkLst>
              <pc:docMk/>
              <pc:sldMasterMk cId="3310681898" sldId="2147483924"/>
              <pc:sldLayoutMk cId="1512259294" sldId="2147483928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8-12-03T09:19:30.529" v="18" actId="790"/>
          <pc:sldLayoutMkLst>
            <pc:docMk/>
            <pc:sldMasterMk cId="3310681898" sldId="2147483924"/>
            <pc:sldLayoutMk cId="597700490" sldId="2147483929"/>
          </pc:sldLayoutMkLst>
          <pc:spChg chg="mod">
            <ac:chgData name="Fake Test User" userId="SID-0" providerId="Test" clId="FakeClientId" dt="2018-12-03T09:19:30.529" v="18" actId="790"/>
            <ac:spMkLst>
              <pc:docMk/>
              <pc:sldMasterMk cId="3310681898" sldId="2147483924"/>
              <pc:sldLayoutMk cId="597700490" sldId="2147483929"/>
              <ac:spMk id="2" creationId="{00000000-0000-0000-0000-000000000000}"/>
            </ac:spMkLst>
          </pc:spChg>
          <pc:spChg chg="mod">
            <ac:chgData name="Fake Test User" userId="SID-0" providerId="Test" clId="FakeClientId" dt="2018-12-03T09:19:30.529" v="18" actId="790"/>
            <ac:spMkLst>
              <pc:docMk/>
              <pc:sldMasterMk cId="3310681898" sldId="2147483924"/>
              <pc:sldLayoutMk cId="597700490" sldId="2147483929"/>
              <ac:spMk id="3" creationId="{00000000-0000-0000-0000-000000000000}"/>
            </ac:spMkLst>
          </pc:spChg>
          <pc:spChg chg="mod">
            <ac:chgData name="Fake Test User" userId="SID-0" providerId="Test" clId="FakeClientId" dt="2018-12-03T09:19:30.529" v="18" actId="790"/>
            <ac:spMkLst>
              <pc:docMk/>
              <pc:sldMasterMk cId="3310681898" sldId="2147483924"/>
              <pc:sldLayoutMk cId="597700490" sldId="2147483929"/>
              <ac:spMk id="4" creationId="{00000000-0000-0000-0000-000000000000}"/>
            </ac:spMkLst>
          </pc:spChg>
          <pc:spChg chg="mod">
            <ac:chgData name="Fake Test User" userId="SID-0" providerId="Test" clId="FakeClientId" dt="2018-12-03T09:19:30.529" v="18" actId="790"/>
            <ac:spMkLst>
              <pc:docMk/>
              <pc:sldMasterMk cId="3310681898" sldId="2147483924"/>
              <pc:sldLayoutMk cId="597700490" sldId="2147483929"/>
              <ac:spMk id="5" creationId="{00000000-0000-0000-0000-000000000000}"/>
            </ac:spMkLst>
          </pc:spChg>
          <pc:spChg chg="mod">
            <ac:chgData name="Fake Test User" userId="SID-0" providerId="Test" clId="FakeClientId" dt="2018-12-03T09:19:30.529" v="18" actId="790"/>
            <ac:spMkLst>
              <pc:docMk/>
              <pc:sldMasterMk cId="3310681898" sldId="2147483924"/>
              <pc:sldLayoutMk cId="597700490" sldId="2147483929"/>
              <ac:spMk id="6" creationId="{00000000-0000-0000-0000-000000000000}"/>
            </ac:spMkLst>
          </pc:spChg>
          <pc:spChg chg="mod">
            <ac:chgData name="Fake Test User" userId="SID-0" providerId="Test" clId="FakeClientId" dt="2018-12-03T09:19:30.529" v="18" actId="790"/>
            <ac:spMkLst>
              <pc:docMk/>
              <pc:sldMasterMk cId="3310681898" sldId="2147483924"/>
              <pc:sldLayoutMk cId="597700490" sldId="2147483929"/>
              <ac:spMk id="7" creationId="{00000000-0000-0000-0000-000000000000}"/>
            </ac:spMkLst>
          </pc:spChg>
          <pc:spChg chg="mod">
            <ac:chgData name="Fake Test User" userId="SID-0" providerId="Test" clId="FakeClientId" dt="2018-12-03T09:19:30.529" v="18" actId="790"/>
            <ac:spMkLst>
              <pc:docMk/>
              <pc:sldMasterMk cId="3310681898" sldId="2147483924"/>
              <pc:sldLayoutMk cId="597700490" sldId="2147483929"/>
              <ac:spMk id="8" creationId="{00000000-0000-0000-0000-000000000000}"/>
            </ac:spMkLst>
          </pc:spChg>
          <pc:spChg chg="mod">
            <ac:chgData name="Fake Test User" userId="SID-0" providerId="Test" clId="FakeClientId" dt="2018-12-03T09:19:30.529" v="18" actId="790"/>
            <ac:spMkLst>
              <pc:docMk/>
              <pc:sldMasterMk cId="3310681898" sldId="2147483924"/>
              <pc:sldLayoutMk cId="597700490" sldId="2147483929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8-12-03T09:19:33.404" v="19" actId="790"/>
          <pc:sldLayoutMkLst>
            <pc:docMk/>
            <pc:sldMasterMk cId="3310681898" sldId="2147483924"/>
            <pc:sldLayoutMk cId="981316351" sldId="2147483930"/>
          </pc:sldLayoutMkLst>
          <pc:spChg chg="mod">
            <ac:chgData name="Fake Test User" userId="SID-0" providerId="Test" clId="FakeClientId" dt="2018-12-03T09:19:33.404" v="19" actId="790"/>
            <ac:spMkLst>
              <pc:docMk/>
              <pc:sldMasterMk cId="3310681898" sldId="2147483924"/>
              <pc:sldLayoutMk cId="981316351" sldId="2147483930"/>
              <ac:spMk id="2" creationId="{00000000-0000-0000-0000-000000000000}"/>
            </ac:spMkLst>
          </pc:spChg>
          <pc:spChg chg="mod">
            <ac:chgData name="Fake Test User" userId="SID-0" providerId="Test" clId="FakeClientId" dt="2018-12-03T09:19:33.404" v="19" actId="790"/>
            <ac:spMkLst>
              <pc:docMk/>
              <pc:sldMasterMk cId="3310681898" sldId="2147483924"/>
              <pc:sldLayoutMk cId="981316351" sldId="2147483930"/>
              <ac:spMk id="3" creationId="{00000000-0000-0000-0000-000000000000}"/>
            </ac:spMkLst>
          </pc:spChg>
          <pc:spChg chg="mod">
            <ac:chgData name="Fake Test User" userId="SID-0" providerId="Test" clId="FakeClientId" dt="2018-12-03T09:19:33.404" v="19" actId="790"/>
            <ac:spMkLst>
              <pc:docMk/>
              <pc:sldMasterMk cId="3310681898" sldId="2147483924"/>
              <pc:sldLayoutMk cId="981316351" sldId="2147483930"/>
              <ac:spMk id="4" creationId="{00000000-0000-0000-0000-000000000000}"/>
            </ac:spMkLst>
          </pc:spChg>
          <pc:spChg chg="mod">
            <ac:chgData name="Fake Test User" userId="SID-0" providerId="Test" clId="FakeClientId" dt="2018-12-03T09:19:33.404" v="19" actId="790"/>
            <ac:spMkLst>
              <pc:docMk/>
              <pc:sldMasterMk cId="3310681898" sldId="2147483924"/>
              <pc:sldLayoutMk cId="981316351" sldId="2147483930"/>
              <ac:spMk id="5" creationId="{00000000-0000-0000-0000-000000000000}"/>
            </ac:spMkLst>
          </pc:spChg>
        </pc:sldLayoutChg>
        <pc:sldLayoutChg chg="modSp">
          <pc:chgData name="Fake Test User" userId="SID-0" providerId="Test" clId="FakeClientId" dt="2018-12-03T09:19:36.451" v="20" actId="790"/>
          <pc:sldLayoutMkLst>
            <pc:docMk/>
            <pc:sldMasterMk cId="3310681898" sldId="2147483924"/>
            <pc:sldLayoutMk cId="4030035370" sldId="2147483931"/>
          </pc:sldLayoutMkLst>
          <pc:spChg chg="mod">
            <ac:chgData name="Fake Test User" userId="SID-0" providerId="Test" clId="FakeClientId" dt="2018-12-03T09:19:36.451" v="20" actId="790"/>
            <ac:spMkLst>
              <pc:docMk/>
              <pc:sldMasterMk cId="3310681898" sldId="2147483924"/>
              <pc:sldLayoutMk cId="4030035370" sldId="2147483931"/>
              <ac:spMk id="2" creationId="{00000000-0000-0000-0000-000000000000}"/>
            </ac:spMkLst>
          </pc:spChg>
          <pc:spChg chg="mod">
            <ac:chgData name="Fake Test User" userId="SID-0" providerId="Test" clId="FakeClientId" dt="2018-12-03T09:19:36.451" v="20" actId="790"/>
            <ac:spMkLst>
              <pc:docMk/>
              <pc:sldMasterMk cId="3310681898" sldId="2147483924"/>
              <pc:sldLayoutMk cId="4030035370" sldId="2147483931"/>
              <ac:spMk id="3" creationId="{00000000-0000-0000-0000-000000000000}"/>
            </ac:spMkLst>
          </pc:spChg>
          <pc:spChg chg="mod">
            <ac:chgData name="Fake Test User" userId="SID-0" providerId="Test" clId="FakeClientId" dt="2018-12-03T09:19:36.451" v="20" actId="790"/>
            <ac:spMkLst>
              <pc:docMk/>
              <pc:sldMasterMk cId="3310681898" sldId="2147483924"/>
              <pc:sldLayoutMk cId="4030035370" sldId="2147483931"/>
              <ac:spMk id="4" creationId="{00000000-0000-0000-0000-000000000000}"/>
            </ac:spMkLst>
          </pc:spChg>
          <pc:spChg chg="mod">
            <ac:chgData name="Fake Test User" userId="SID-0" providerId="Test" clId="FakeClientId" dt="2018-12-03T09:19:36.451" v="20" actId="790"/>
            <ac:spMkLst>
              <pc:docMk/>
              <pc:sldMasterMk cId="3310681898" sldId="2147483924"/>
              <pc:sldLayoutMk cId="4030035370" sldId="2147483931"/>
              <ac:spMk id="7" creationId="{00000000-0000-0000-0000-000000000000}"/>
            </ac:spMkLst>
          </pc:spChg>
          <pc:spChg chg="mod">
            <ac:chgData name="Fake Test User" userId="SID-0" providerId="Test" clId="FakeClientId" dt="2018-12-03T09:19:36.451" v="20" actId="790"/>
            <ac:spMkLst>
              <pc:docMk/>
              <pc:sldMasterMk cId="3310681898" sldId="2147483924"/>
              <pc:sldLayoutMk cId="4030035370" sldId="2147483931"/>
              <ac:spMk id="8" creationId="{00000000-0000-0000-0000-000000000000}"/>
            </ac:spMkLst>
          </pc:spChg>
          <pc:spChg chg="mod">
            <ac:chgData name="Fake Test User" userId="SID-0" providerId="Test" clId="FakeClientId" dt="2018-12-03T09:19:36.451" v="20" actId="790"/>
            <ac:spMkLst>
              <pc:docMk/>
              <pc:sldMasterMk cId="3310681898" sldId="2147483924"/>
              <pc:sldLayoutMk cId="4030035370" sldId="2147483931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8-12-03T09:19:39.216" v="21" actId="790"/>
          <pc:sldLayoutMkLst>
            <pc:docMk/>
            <pc:sldMasterMk cId="3310681898" sldId="2147483924"/>
            <pc:sldLayoutMk cId="3616132146" sldId="2147483932"/>
          </pc:sldLayoutMkLst>
          <pc:spChg chg="mod">
            <ac:chgData name="Fake Test User" userId="SID-0" providerId="Test" clId="FakeClientId" dt="2018-12-03T09:19:39.216" v="21" actId="790"/>
            <ac:spMkLst>
              <pc:docMk/>
              <pc:sldMasterMk cId="3310681898" sldId="2147483924"/>
              <pc:sldLayoutMk cId="3616132146" sldId="2147483932"/>
              <ac:spMk id="2" creationId="{00000000-0000-0000-0000-000000000000}"/>
            </ac:spMkLst>
          </pc:spChg>
          <pc:spChg chg="mod">
            <ac:chgData name="Fake Test User" userId="SID-0" providerId="Test" clId="FakeClientId" dt="2018-12-03T09:19:39.216" v="21" actId="790"/>
            <ac:spMkLst>
              <pc:docMk/>
              <pc:sldMasterMk cId="3310681898" sldId="2147483924"/>
              <pc:sldLayoutMk cId="3616132146" sldId="2147483932"/>
              <ac:spMk id="3" creationId="{00000000-0000-0000-0000-000000000000}"/>
            </ac:spMkLst>
          </pc:spChg>
          <pc:spChg chg="mod">
            <ac:chgData name="Fake Test User" userId="SID-0" providerId="Test" clId="FakeClientId" dt="2018-12-03T09:19:39.216" v="21" actId="790"/>
            <ac:spMkLst>
              <pc:docMk/>
              <pc:sldMasterMk cId="3310681898" sldId="2147483924"/>
              <pc:sldLayoutMk cId="3616132146" sldId="2147483932"/>
              <ac:spMk id="4" creationId="{00000000-0000-0000-0000-000000000000}"/>
            </ac:spMkLst>
          </pc:spChg>
          <pc:spChg chg="mod">
            <ac:chgData name="Fake Test User" userId="SID-0" providerId="Test" clId="FakeClientId" dt="2018-12-03T09:19:39.216" v="21" actId="790"/>
            <ac:spMkLst>
              <pc:docMk/>
              <pc:sldMasterMk cId="3310681898" sldId="2147483924"/>
              <pc:sldLayoutMk cId="3616132146" sldId="2147483932"/>
              <ac:spMk id="5" creationId="{00000000-0000-0000-0000-000000000000}"/>
            </ac:spMkLst>
          </pc:spChg>
          <pc:spChg chg="mod">
            <ac:chgData name="Fake Test User" userId="SID-0" providerId="Test" clId="FakeClientId" dt="2018-12-03T09:19:39.216" v="21" actId="790"/>
            <ac:spMkLst>
              <pc:docMk/>
              <pc:sldMasterMk cId="3310681898" sldId="2147483924"/>
              <pc:sldLayoutMk cId="3616132146" sldId="2147483932"/>
              <ac:spMk id="6" creationId="{00000000-0000-0000-0000-000000000000}"/>
            </ac:spMkLst>
          </pc:spChg>
          <pc:spChg chg="mod">
            <ac:chgData name="Fake Test User" userId="SID-0" providerId="Test" clId="FakeClientId" dt="2018-12-03T09:19:39.216" v="21" actId="790"/>
            <ac:spMkLst>
              <pc:docMk/>
              <pc:sldMasterMk cId="3310681898" sldId="2147483924"/>
              <pc:sldLayoutMk cId="3616132146" sldId="2147483932"/>
              <ac:spMk id="7" creationId="{00000000-0000-0000-0000-000000000000}"/>
            </ac:spMkLst>
          </pc:spChg>
          <pc:spChg chg="mod">
            <ac:chgData name="Fake Test User" userId="SID-0" providerId="Test" clId="FakeClientId" dt="2018-12-03T09:19:39.216" v="21" actId="790"/>
            <ac:spMkLst>
              <pc:docMk/>
              <pc:sldMasterMk cId="3310681898" sldId="2147483924"/>
              <pc:sldLayoutMk cId="3616132146" sldId="2147483932"/>
              <ac:spMk id="8" creationId="{00000000-0000-0000-0000-000000000000}"/>
            </ac:spMkLst>
          </pc:spChg>
        </pc:sldLayoutChg>
        <pc:sldLayoutChg chg="modSp">
          <pc:chgData name="Fake Test User" userId="SID-0" providerId="Test" clId="FakeClientId" dt="2018-12-03T09:19:41.982" v="22" actId="790"/>
          <pc:sldLayoutMkLst>
            <pc:docMk/>
            <pc:sldMasterMk cId="3310681898" sldId="2147483924"/>
            <pc:sldLayoutMk cId="1931862729" sldId="2147483933"/>
          </pc:sldLayoutMkLst>
          <pc:spChg chg="mod">
            <ac:chgData name="Fake Test User" userId="SID-0" providerId="Test" clId="FakeClientId" dt="2018-12-03T09:19:41.982" v="22" actId="790"/>
            <ac:spMkLst>
              <pc:docMk/>
              <pc:sldMasterMk cId="3310681898" sldId="2147483924"/>
              <pc:sldLayoutMk cId="1931862729" sldId="2147483933"/>
              <ac:spMk id="2" creationId="{00000000-0000-0000-0000-000000000000}"/>
            </ac:spMkLst>
          </pc:spChg>
          <pc:spChg chg="mod">
            <ac:chgData name="Fake Test User" userId="SID-0" providerId="Test" clId="FakeClientId" dt="2018-12-03T09:19:41.982" v="22" actId="790"/>
            <ac:spMkLst>
              <pc:docMk/>
              <pc:sldMasterMk cId="3310681898" sldId="2147483924"/>
              <pc:sldLayoutMk cId="1931862729" sldId="2147483933"/>
              <ac:spMk id="3" creationId="{00000000-0000-0000-0000-000000000000}"/>
            </ac:spMkLst>
          </pc:spChg>
          <pc:spChg chg="mod">
            <ac:chgData name="Fake Test User" userId="SID-0" providerId="Test" clId="FakeClientId" dt="2018-12-03T09:19:41.982" v="22" actId="790"/>
            <ac:spMkLst>
              <pc:docMk/>
              <pc:sldMasterMk cId="3310681898" sldId="2147483924"/>
              <pc:sldLayoutMk cId="1931862729" sldId="2147483933"/>
              <ac:spMk id="4" creationId="{00000000-0000-0000-0000-000000000000}"/>
            </ac:spMkLst>
          </pc:spChg>
          <pc:spChg chg="mod">
            <ac:chgData name="Fake Test User" userId="SID-0" providerId="Test" clId="FakeClientId" dt="2018-12-03T09:19:41.982" v="22" actId="790"/>
            <ac:spMkLst>
              <pc:docMk/>
              <pc:sldMasterMk cId="3310681898" sldId="2147483924"/>
              <pc:sldLayoutMk cId="1931862729" sldId="2147483933"/>
              <ac:spMk id="5" creationId="{00000000-0000-0000-0000-000000000000}"/>
            </ac:spMkLst>
          </pc:spChg>
          <pc:spChg chg="mod">
            <ac:chgData name="Fake Test User" userId="SID-0" providerId="Test" clId="FakeClientId" dt="2018-12-03T09:19:41.982" v="22" actId="790"/>
            <ac:spMkLst>
              <pc:docMk/>
              <pc:sldMasterMk cId="3310681898" sldId="2147483924"/>
              <pc:sldLayoutMk cId="1931862729" sldId="2147483933"/>
              <ac:spMk id="6" creationId="{00000000-0000-0000-0000-000000000000}"/>
            </ac:spMkLst>
          </pc:spChg>
          <pc:spChg chg="mod">
            <ac:chgData name="Fake Test User" userId="SID-0" providerId="Test" clId="FakeClientId" dt="2018-12-03T09:19:41.982" v="22" actId="790"/>
            <ac:spMkLst>
              <pc:docMk/>
              <pc:sldMasterMk cId="3310681898" sldId="2147483924"/>
              <pc:sldLayoutMk cId="1931862729" sldId="2147483933"/>
              <ac:spMk id="7" creationId="{00000000-0000-0000-0000-000000000000}"/>
            </ac:spMkLst>
          </pc:spChg>
          <pc:spChg chg="mod">
            <ac:chgData name="Fake Test User" userId="SID-0" providerId="Test" clId="FakeClientId" dt="2018-12-03T09:19:41.982" v="22" actId="790"/>
            <ac:spMkLst>
              <pc:docMk/>
              <pc:sldMasterMk cId="3310681898" sldId="2147483924"/>
              <pc:sldLayoutMk cId="1931862729" sldId="2147483933"/>
              <ac:spMk id="8" creationId="{00000000-0000-0000-0000-000000000000}"/>
            </ac:spMkLst>
          </pc:spChg>
        </pc:sldLayoutChg>
        <pc:sldLayoutChg chg="modSp">
          <pc:chgData name="Fake Test User" userId="SID-0" providerId="Test" clId="FakeClientId" dt="2018-12-03T09:19:44.622" v="23" actId="790"/>
          <pc:sldLayoutMkLst>
            <pc:docMk/>
            <pc:sldMasterMk cId="3310681898" sldId="2147483924"/>
            <pc:sldLayoutMk cId="2223790522" sldId="2147483934"/>
          </pc:sldLayoutMkLst>
          <pc:spChg chg="mod">
            <ac:chgData name="Fake Test User" userId="SID-0" providerId="Test" clId="FakeClientId" dt="2018-12-03T09:19:44.622" v="23" actId="790"/>
            <ac:spMkLst>
              <pc:docMk/>
              <pc:sldMasterMk cId="3310681898" sldId="2147483924"/>
              <pc:sldLayoutMk cId="2223790522" sldId="2147483934"/>
              <ac:spMk id="2" creationId="{00000000-0000-0000-0000-000000000000}"/>
            </ac:spMkLst>
          </pc:spChg>
          <pc:spChg chg="mod">
            <ac:chgData name="Fake Test User" userId="SID-0" providerId="Test" clId="FakeClientId" dt="2018-12-03T09:19:44.622" v="23" actId="790"/>
            <ac:spMkLst>
              <pc:docMk/>
              <pc:sldMasterMk cId="3310681898" sldId="2147483924"/>
              <pc:sldLayoutMk cId="2223790522" sldId="2147483934"/>
              <ac:spMk id="3" creationId="{00000000-0000-0000-0000-000000000000}"/>
            </ac:spMkLst>
          </pc:spChg>
          <pc:spChg chg="mod">
            <ac:chgData name="Fake Test User" userId="SID-0" providerId="Test" clId="FakeClientId" dt="2018-12-03T09:19:44.622" v="23" actId="790"/>
            <ac:spMkLst>
              <pc:docMk/>
              <pc:sldMasterMk cId="3310681898" sldId="2147483924"/>
              <pc:sldLayoutMk cId="2223790522" sldId="2147483934"/>
              <ac:spMk id="4" creationId="{00000000-0000-0000-0000-000000000000}"/>
            </ac:spMkLst>
          </pc:spChg>
          <pc:spChg chg="mod">
            <ac:chgData name="Fake Test User" userId="SID-0" providerId="Test" clId="FakeClientId" dt="2018-12-03T09:19:44.622" v="23" actId="790"/>
            <ac:spMkLst>
              <pc:docMk/>
              <pc:sldMasterMk cId="3310681898" sldId="2147483924"/>
              <pc:sldLayoutMk cId="2223790522" sldId="2147483934"/>
              <ac:spMk id="5" creationId="{00000000-0000-0000-0000-000000000000}"/>
            </ac:spMkLst>
          </pc:spChg>
          <pc:spChg chg="mod">
            <ac:chgData name="Fake Test User" userId="SID-0" providerId="Test" clId="FakeClientId" dt="2018-12-03T09:19:44.622" v="23" actId="790"/>
            <ac:spMkLst>
              <pc:docMk/>
              <pc:sldMasterMk cId="3310681898" sldId="2147483924"/>
              <pc:sldLayoutMk cId="2223790522" sldId="2147483934"/>
              <ac:spMk id="6" creationId="{00000000-0000-0000-0000-000000000000}"/>
            </ac:spMkLst>
          </pc:spChg>
        </pc:sldLayoutChg>
        <pc:sldLayoutChg chg="modSp">
          <pc:chgData name="Fake Test User" userId="SID-0" providerId="Test" clId="FakeClientId" dt="2018-12-03T09:19:47.435" v="24" actId="790"/>
          <pc:sldLayoutMkLst>
            <pc:docMk/>
            <pc:sldMasterMk cId="3310681898" sldId="2147483924"/>
            <pc:sldLayoutMk cId="2653419351" sldId="2147483935"/>
          </pc:sldLayoutMkLst>
          <pc:spChg chg="mod">
            <ac:chgData name="Fake Test User" userId="SID-0" providerId="Test" clId="FakeClientId" dt="2018-12-03T09:19:47.435" v="24" actId="790"/>
            <ac:spMkLst>
              <pc:docMk/>
              <pc:sldMasterMk cId="3310681898" sldId="2147483924"/>
              <pc:sldLayoutMk cId="2653419351" sldId="2147483935"/>
              <ac:spMk id="2" creationId="{00000000-0000-0000-0000-000000000000}"/>
            </ac:spMkLst>
          </pc:spChg>
          <pc:spChg chg="mod">
            <ac:chgData name="Fake Test User" userId="SID-0" providerId="Test" clId="FakeClientId" dt="2018-12-03T09:19:47.435" v="24" actId="790"/>
            <ac:spMkLst>
              <pc:docMk/>
              <pc:sldMasterMk cId="3310681898" sldId="2147483924"/>
              <pc:sldLayoutMk cId="2653419351" sldId="2147483935"/>
              <ac:spMk id="3" creationId="{00000000-0000-0000-0000-000000000000}"/>
            </ac:spMkLst>
          </pc:spChg>
          <pc:spChg chg="mod">
            <ac:chgData name="Fake Test User" userId="SID-0" providerId="Test" clId="FakeClientId" dt="2018-12-03T09:19:47.435" v="24" actId="790"/>
            <ac:spMkLst>
              <pc:docMk/>
              <pc:sldMasterMk cId="3310681898" sldId="2147483924"/>
              <pc:sldLayoutMk cId="2653419351" sldId="2147483935"/>
              <ac:spMk id="4" creationId="{00000000-0000-0000-0000-000000000000}"/>
            </ac:spMkLst>
          </pc:spChg>
          <pc:spChg chg="mod">
            <ac:chgData name="Fake Test User" userId="SID-0" providerId="Test" clId="FakeClientId" dt="2018-12-03T09:19:47.435" v="24" actId="790"/>
            <ac:spMkLst>
              <pc:docMk/>
              <pc:sldMasterMk cId="3310681898" sldId="2147483924"/>
              <pc:sldLayoutMk cId="2653419351" sldId="2147483935"/>
              <ac:spMk id="5" creationId="{00000000-0000-0000-0000-000000000000}"/>
            </ac:spMkLst>
          </pc:spChg>
          <pc:spChg chg="mod">
            <ac:chgData name="Fake Test User" userId="SID-0" providerId="Test" clId="FakeClientId" dt="2018-12-03T09:19:47.435" v="24" actId="790"/>
            <ac:spMkLst>
              <pc:docMk/>
              <pc:sldMasterMk cId="3310681898" sldId="2147483924"/>
              <pc:sldLayoutMk cId="2653419351" sldId="2147483935"/>
              <ac:spMk id="6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>
              <a:latin typeface="Calibri" panose="020F0502020204030204" pitchFamily="34" charset="0"/>
            </a:endParaRPr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833FF43-C6E3-4F35-8B62-30F26AF44B85}" type="datetime1">
              <a:rPr lang="es-ES" smtClean="0">
                <a:latin typeface="Calibri" panose="020F0502020204030204" pitchFamily="34" charset="0"/>
              </a:rPr>
              <a:t>07/11/2025</a:t>
            </a:fld>
            <a:endParaRPr lang="es-ES">
              <a:latin typeface="Calibri" panose="020F0502020204030204" pitchFamily="34" charset="0"/>
            </a:endParaRPr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>
              <a:latin typeface="Calibri" panose="020F0502020204030204" pitchFamily="34" charset="0"/>
            </a:endParaRPr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4886E15-F82A-4596-A46C-375C6D3981E1}" type="slidenum">
              <a:rPr lang="es-ES" smtClean="0">
                <a:latin typeface="Calibri" panose="020F0502020204030204" pitchFamily="34" charset="0"/>
              </a:rPr>
              <a:t>‹Nº›</a:t>
            </a:fld>
            <a:endParaRPr lang="es-E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3081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s-ES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23C583B0-1B44-4090-966D-772B615572DF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F105DB2-FD3E-441D-8B7E-7AE83ECE27B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947205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>
              <a:latin typeface="Calibri" panose="020F0502020204030204" pitchFamily="34" charset="0"/>
            </a:endParaRP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es-ES" smtClean="0">
                <a:latin typeface="Calibri" panose="020F0502020204030204" pitchFamily="34" charset="0"/>
              </a:rPr>
              <a:t>1</a:t>
            </a:fld>
            <a:endParaRPr lang="es-E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276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>
              <a:latin typeface="Calibri" panose="020F0502020204030204" pitchFamily="34" charset="0"/>
            </a:endParaRP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es-ES" smtClean="0">
                <a:latin typeface="Calibri" panose="020F0502020204030204" pitchFamily="34" charset="0"/>
              </a:rPr>
              <a:t>3</a:t>
            </a:fld>
            <a:endParaRPr lang="es-E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600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>
              <a:latin typeface="Calibri" panose="020F0502020204030204" pitchFamily="34" charset="0"/>
            </a:endParaRP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es-ES" smtClean="0">
                <a:latin typeface="Calibri" panose="020F0502020204030204" pitchFamily="34" charset="0"/>
              </a:rPr>
              <a:t>6</a:t>
            </a:fld>
            <a:endParaRPr lang="es-E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443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>
              <a:latin typeface="Calibri" panose="020F0502020204030204" pitchFamily="34" charset="0"/>
            </a:endParaRP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es-ES" smtClean="0">
                <a:latin typeface="Calibri" panose="020F0502020204030204" pitchFamily="34" charset="0"/>
              </a:rPr>
              <a:t>9</a:t>
            </a:fld>
            <a:endParaRPr lang="es-E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874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>
              <a:latin typeface="Calibri" panose="020F050202020403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F105DB2-FD3E-441D-8B7E-7AE83ECE27B3}" type="slidenum">
              <a:rPr lang="es-ES" smtClean="0">
                <a:latin typeface="Calibri" panose="020F0502020204030204" pitchFamily="34" charset="0"/>
              </a:rPr>
              <a:t>10</a:t>
            </a:fld>
            <a:endParaRPr lang="es-E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489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loque de título"/>
          <p:cNvSpPr/>
          <p:nvPr/>
        </p:nvSpPr>
        <p:spPr bwMode="invGray">
          <a:xfrm>
            <a:off x="1141413" y="1600200"/>
            <a:ext cx="11047412" cy="3276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atin typeface="Calibri" panose="020F0502020204030204" pitchFamily="34" charset="0"/>
            </a:endParaRPr>
          </a:p>
        </p:txBody>
      </p:sp>
      <p:grpSp>
        <p:nvGrpSpPr>
          <p:cNvPr id="7" name="gráfico de la parte superior"/>
          <p:cNvGrpSpPr/>
          <p:nvPr/>
        </p:nvGrpSpPr>
        <p:grpSpPr>
          <a:xfrm>
            <a:off x="1279" y="0"/>
            <a:ext cx="12188952" cy="429768"/>
            <a:chOff x="1279" y="0"/>
            <a:chExt cx="12188952" cy="429768"/>
          </a:xfrm>
        </p:grpSpPr>
        <p:sp>
          <p:nvSpPr>
            <p:cNvPr id="8" name="Rectángulo 7"/>
            <p:cNvSpPr/>
            <p:nvPr/>
          </p:nvSpPr>
          <p:spPr>
            <a:xfrm>
              <a:off x="1279" y="0"/>
              <a:ext cx="12188952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  <p:sp>
          <p:nvSpPr>
            <p:cNvPr id="9" name="Rectángulo 8"/>
            <p:cNvSpPr/>
            <p:nvPr/>
          </p:nvSpPr>
          <p:spPr>
            <a:xfrm>
              <a:off x="1279" y="228600"/>
              <a:ext cx="12188952" cy="2011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  <p:sp>
          <p:nvSpPr>
            <p:cNvPr id="10" name="Rectángulo 9"/>
            <p:cNvSpPr/>
            <p:nvPr/>
          </p:nvSpPr>
          <p:spPr>
            <a:xfrm>
              <a:off x="1279" y="306324"/>
              <a:ext cx="12188952" cy="45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</p:grpSp>
      <p:grpSp>
        <p:nvGrpSpPr>
          <p:cNvPr id="23" name="gráfico de la parte inferior"/>
          <p:cNvGrpSpPr/>
          <p:nvPr/>
        </p:nvGrpSpPr>
        <p:grpSpPr>
          <a:xfrm>
            <a:off x="0" y="6080760"/>
            <a:ext cx="12190231" cy="777240"/>
            <a:chOff x="0" y="6080760"/>
            <a:chExt cx="12190231" cy="777240"/>
          </a:xfrm>
        </p:grpSpPr>
        <p:sp>
          <p:nvSpPr>
            <p:cNvPr id="13" name="Rectángulo 12"/>
            <p:cNvSpPr/>
            <p:nvPr/>
          </p:nvSpPr>
          <p:spPr>
            <a:xfrm>
              <a:off x="0" y="6217920"/>
              <a:ext cx="12188825" cy="6400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1279" y="60807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  <p:sp>
          <p:nvSpPr>
            <p:cNvPr id="15" name="Rectángulo 14"/>
            <p:cNvSpPr/>
            <p:nvPr/>
          </p:nvSpPr>
          <p:spPr>
            <a:xfrm>
              <a:off x="1279" y="6172200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 bwMode="invGray">
          <a:xfrm>
            <a:off x="1522414" y="1905000"/>
            <a:ext cx="9143998" cy="2667000"/>
          </a:xfrm>
        </p:spPr>
        <p:txBody>
          <a:bodyPr rtlCol="0"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bg1"/>
                </a:solidFill>
                <a:effectLst>
                  <a:outerShdw blurRad="88900" algn="ctr" rotWithShape="0">
                    <a:prstClr val="black">
                      <a:alpha val="35000"/>
                    </a:prstClr>
                  </a:outerShdw>
                </a:effectLst>
                <a:latin typeface="Calibri" panose="020F0502020204030204" pitchFamily="34" charset="0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2413" y="5029200"/>
            <a:ext cx="8229598" cy="838200"/>
          </a:xfrm>
        </p:spPr>
        <p:txBody>
          <a:bodyPr rtlCol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 smtClean="0"/>
              <a:t>Haga clic para editar el estilo de subtítulo del patrón</a:t>
            </a:r>
            <a:endParaRPr lang="es-ES" noProof="0"/>
          </a:p>
        </p:txBody>
      </p:sp>
      <p:sp>
        <p:nvSpPr>
          <p:cNvPr id="21" name="Marcador de pie de página 20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20" name="Marcador de posición de fecha 1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7A0FA2DD-45F1-41F6-B058-059FAD8F2E54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22" name="Marcador de posición de número de diapositiva 21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8816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>
              <a:defRPr sz="3200">
                <a:latin typeface="Calibri" panose="020F0502020204030204" pitchFamily="34" charset="0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627E6F5-014F-4B54-AA38-E1443F28EE85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9459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rmAutofit/>
          </a:bodyPr>
          <a:lstStyle>
            <a:lvl1pPr algn="l">
              <a:defRPr sz="5400" b="0" cap="none" baseline="0">
                <a:latin typeface="Calibri" panose="020F0502020204030204" pitchFamily="34" charset="0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522413" y="4876800"/>
            <a:ext cx="8229598" cy="1143000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576DC7AA-5DFE-48F2-83AB-325279329B0D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8410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 hasCustomPrompt="1"/>
          </p:nvPr>
        </p:nvSpPr>
        <p:spPr>
          <a:xfrm>
            <a:off x="1522413" y="1904999"/>
            <a:ext cx="4435564" cy="4088921"/>
          </a:xfrm>
        </p:spPr>
        <p:txBody>
          <a:bodyPr rtlCol="0">
            <a:normAutofit/>
          </a:bodyPr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6230849" y="1904999"/>
            <a:ext cx="4435564" cy="4088921"/>
          </a:xfrm>
        </p:spPr>
        <p:txBody>
          <a:bodyPr rtlCol="0">
            <a:normAutofit/>
          </a:bodyPr>
          <a:lstStyle>
            <a:lvl1pPr>
              <a:defRPr sz="2400">
                <a:latin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215CA4FD-852D-4228-96DF-35BCB868966E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1225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522413" y="1828800"/>
            <a:ext cx="4419599" cy="685801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1522413" y="2590801"/>
            <a:ext cx="4419599" cy="3429000"/>
          </a:xfrm>
        </p:spPr>
        <p:txBody>
          <a:bodyPr rtlCol="0">
            <a:normAutofit/>
          </a:bodyPr>
          <a:lstStyle>
            <a:lvl1pPr>
              <a:defRPr sz="2000">
                <a:latin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246814" y="1828800"/>
            <a:ext cx="4419599" cy="685801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6246814" y="2590801"/>
            <a:ext cx="4419599" cy="3429000"/>
          </a:xfrm>
        </p:spPr>
        <p:txBody>
          <a:bodyPr rtlCol="0">
            <a:normAutofit/>
          </a:bodyPr>
          <a:lstStyle>
            <a:lvl1pPr>
              <a:defRPr sz="2000">
                <a:latin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41AEEB0-2913-4809-B194-0195D39B937C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9770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B2F8C8CC-6EA6-4C8E-B0E8-6B1BCEF81729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8131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áfico de la parte inferior"/>
          <p:cNvGrpSpPr/>
          <p:nvPr userDrawn="1"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ángulo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  <p:sp>
          <p:nvSpPr>
            <p:cNvPr id="8" name="Rectángulo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  <p:sp>
          <p:nvSpPr>
            <p:cNvPr id="9" name="Rectángulo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</p:grp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63DA1FEF-EA00-4245-9074-46AC1D8936DD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3003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o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atin typeface="Calibri" panose="020F0502020204030204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rtlCol="0" anchor="b">
            <a:normAutofit/>
          </a:bodyPr>
          <a:lstStyle>
            <a:lvl1pPr algn="l">
              <a:defRPr sz="3200" b="1">
                <a:latin typeface="Calibri" panose="020F0502020204030204" pitchFamily="34" charset="0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1491930" y="1293495"/>
            <a:ext cx="5577840" cy="4023360"/>
          </a:xfrm>
        </p:spPr>
        <p:txBody>
          <a:bodyPr rtlCol="0">
            <a:normAutofit/>
          </a:bodyPr>
          <a:lstStyle>
            <a:lvl1pPr>
              <a:defRPr sz="2000">
                <a:latin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923214" y="3536829"/>
            <a:ext cx="3124200" cy="1797169"/>
          </a:xfrm>
        </p:spPr>
        <p:txBody>
          <a:bodyPr rtlCol="0">
            <a:normAutofit/>
          </a:bodyPr>
          <a:lstStyle>
            <a:lvl1pPr marL="0" indent="0">
              <a:spcBef>
                <a:spcPts val="800"/>
              </a:spcBef>
              <a:buNone/>
              <a:defRPr sz="1600"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8303932B-6B4A-4518-8111-D45767969493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1613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o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atin typeface="Calibri" panose="020F0502020204030204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rtlCol="0" anchor="b">
            <a:normAutofit/>
          </a:bodyPr>
          <a:lstStyle>
            <a:lvl1pPr algn="l">
              <a:defRPr sz="3200" b="0">
                <a:latin typeface="Calibri" panose="020F0502020204030204" pitchFamily="34" charset="0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1400490" y="1202055"/>
            <a:ext cx="5760720" cy="4206240"/>
          </a:xfrm>
          <a:solidFill>
            <a:schemeClr val="bg1">
              <a:lumMod val="95000"/>
            </a:schemeClr>
          </a:solidFill>
        </p:spPr>
        <p:txBody>
          <a:bodyPr tIns="914400"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400">
                <a:latin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923214" y="3536829"/>
            <a:ext cx="3124200" cy="1797171"/>
          </a:xfrm>
        </p:spPr>
        <p:txBody>
          <a:bodyPr rtlCol="0">
            <a:normAutofit/>
          </a:bodyPr>
          <a:lstStyle>
            <a:lvl1pPr marL="0" indent="0">
              <a:spcBef>
                <a:spcPts val="800"/>
              </a:spcBef>
              <a:buNone/>
              <a:defRPr sz="1600"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306E7EB-A3A5-41D5-8547-ADB3D0F51AE6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3186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EBB38DA3-3E59-45E5-BE24-A95CF2003A0E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2379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494507" y="609600"/>
            <a:ext cx="1143001" cy="5410200"/>
          </a:xfrm>
        </p:spPr>
        <p:txBody>
          <a:bodyPr vert="eaVert"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522413" y="609600"/>
            <a:ext cx="7696198" cy="5410200"/>
          </a:xfrm>
        </p:spPr>
        <p:txBody>
          <a:bodyPr vert="eaVert"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3FB23DD8-9A91-44BA-B5A7-A9313AD670D5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5341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>
              <a:defRPr sz="3200">
                <a:latin typeface="Calibri" panose="020F0502020204030204" pitchFamily="34" charset="0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C76D3F54-43A1-4180-B0D5-E0FC7B0E3CD9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0647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áfico de la parte inferior"/>
          <p:cNvGrpSpPr/>
          <p:nvPr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ángulo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  <p:sp>
          <p:nvSpPr>
            <p:cNvPr id="8" name="Rectángulo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  <p:sp>
          <p:nvSpPr>
            <p:cNvPr id="9" name="Rectángulo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</p:grpSp>
      <p:grpSp>
        <p:nvGrpSpPr>
          <p:cNvPr id="10" name="gráfico de la parte superior"/>
          <p:cNvGrpSpPr/>
          <p:nvPr/>
        </p:nvGrpSpPr>
        <p:grpSpPr>
          <a:xfrm>
            <a:off x="1279" y="0"/>
            <a:ext cx="12188952" cy="320040"/>
            <a:chOff x="1279" y="0"/>
            <a:chExt cx="12188952" cy="320040"/>
          </a:xfrm>
        </p:grpSpPr>
        <p:sp>
          <p:nvSpPr>
            <p:cNvPr id="11" name="Rectángulo 10"/>
            <p:cNvSpPr/>
            <p:nvPr/>
          </p:nvSpPr>
          <p:spPr>
            <a:xfrm>
              <a:off x="1279" y="0"/>
              <a:ext cx="12188952" cy="17023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  <p:sp>
          <p:nvSpPr>
            <p:cNvPr id="12" name="Rectángulo 11"/>
            <p:cNvSpPr/>
            <p:nvPr/>
          </p:nvSpPr>
          <p:spPr>
            <a:xfrm>
              <a:off x="1279" y="170234"/>
              <a:ext cx="12188952" cy="1498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  <p:sp>
          <p:nvSpPr>
            <p:cNvPr id="13" name="Rectángulo 12"/>
            <p:cNvSpPr/>
            <p:nvPr/>
          </p:nvSpPr>
          <p:spPr>
            <a:xfrm>
              <a:off x="1279" y="231421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>
                <a:latin typeface="Calibri" panose="020F0502020204030204" pitchFamily="34" charset="0"/>
              </a:endParaRPr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876" y="1905000"/>
            <a:ext cx="9143538" cy="3697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1507498" y="6516865"/>
            <a:ext cx="606214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s-ES" noProof="0"/>
              <a:t>Agregar un pie de página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 bwMode="auto">
          <a:xfrm>
            <a:off x="7994363" y="6516865"/>
            <a:ext cx="132762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C2CF08BD-D730-485E-B18E-8643288B359E}" type="datetime1">
              <a:rPr lang="es-ES" noProof="0" smtClean="0"/>
              <a:t>07/11/2025</a:t>
            </a:fld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9730094" y="6516865"/>
            <a:ext cx="93631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DF28FB93-0A08-4E7D-8E63-9EFA29F1E093}" type="slidenum">
              <a:rPr lang="es-ES" noProof="0" smtClean="0"/>
              <a:pPr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10681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14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50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100000"/>
        <a:buFont typeface="Arial" pitchFamily="34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97868" y="1772816"/>
            <a:ext cx="9143998" cy="2667000"/>
          </a:xfrm>
        </p:spPr>
        <p:txBody>
          <a:bodyPr rtlCol="0"/>
          <a:lstStyle/>
          <a:p>
            <a:r>
              <a:rPr lang="es-ES" dirty="0" smtClean="0">
                <a:latin typeface="Calibri" panose="020F0502020204030204" pitchFamily="34" charset="0"/>
              </a:rPr>
              <a:t>PetCare</a:t>
            </a:r>
            <a:r>
              <a:rPr lang="en-US" dirty="0" smtClean="0">
                <a:effectLst/>
              </a:rPr>
              <a:t>®</a:t>
            </a:r>
            <a:r>
              <a:rPr lang="es-ES" dirty="0" smtClean="0"/>
              <a:t> |               Sistema de Gestión Veterinaria.</a:t>
            </a:r>
            <a:endParaRPr lang="es-ES" dirty="0">
              <a:latin typeface="Calibri" panose="020F050202020403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type="subTitle" idx="1"/>
          </p:nvPr>
        </p:nvSpPr>
        <p:spPr>
          <a:xfrm>
            <a:off x="1522412" y="5029200"/>
            <a:ext cx="9753599" cy="838200"/>
          </a:xfrm>
        </p:spPr>
        <p:txBody>
          <a:bodyPr rtlCol="0"/>
          <a:lstStyle/>
          <a:p>
            <a:r>
              <a:rPr lang="es-ES" dirty="0" smtClean="0">
                <a:latin typeface="Calibri" panose="020F0502020204030204" pitchFamily="34" charset="0"/>
              </a:rPr>
              <a:t>| 3er año Desarrollo de Software | Pablo Almada |</a:t>
            </a:r>
            <a:endParaRPr lang="es-ES" dirty="0">
              <a:latin typeface="Calibri" panose="020F050202020403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780" y="5395"/>
            <a:ext cx="2356073" cy="235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18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748" y="-30160"/>
            <a:ext cx="9143538" cy="1066800"/>
          </a:xfrm>
        </p:spPr>
        <p:txBody>
          <a:bodyPr/>
          <a:lstStyle/>
          <a:p>
            <a:r>
              <a:rPr lang="es-AR" dirty="0" smtClean="0"/>
              <a:t>Problemas a Resolver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1764" y="1014302"/>
            <a:ext cx="10657184" cy="3926866"/>
          </a:xfrm>
        </p:spPr>
        <p:txBody>
          <a:bodyPr>
            <a:normAutofit/>
          </a:bodyPr>
          <a:lstStyle/>
          <a:p>
            <a:r>
              <a:rPr lang="es-AR" dirty="0" smtClean="0"/>
              <a:t>Muchas clínicas veterinarias manejan su gestión de forma manual:</a:t>
            </a:r>
          </a:p>
          <a:p>
            <a:pPr marL="0" indent="0">
              <a:buNone/>
            </a:pPr>
            <a:r>
              <a:rPr lang="es-AR" dirty="0" smtClean="0"/>
              <a:t>	</a:t>
            </a:r>
            <a:r>
              <a:rPr lang="es-AR" sz="2000" dirty="0" smtClean="0"/>
              <a:t>- Agenda de turnos en papel o planillas</a:t>
            </a:r>
          </a:p>
          <a:p>
            <a:pPr marL="0" indent="0">
              <a:buNone/>
            </a:pPr>
            <a:r>
              <a:rPr lang="es-AR" sz="2000" dirty="0"/>
              <a:t>	</a:t>
            </a:r>
            <a:r>
              <a:rPr lang="es-AR" sz="2000" dirty="0" smtClean="0"/>
              <a:t>- Historiales clínicos incompletos o difíciles de buscar </a:t>
            </a:r>
          </a:p>
          <a:p>
            <a:pPr marL="0" indent="0">
              <a:buNone/>
            </a:pPr>
            <a:r>
              <a:rPr lang="es-AR" sz="2000" dirty="0"/>
              <a:t>	</a:t>
            </a:r>
            <a:r>
              <a:rPr lang="es-AR" sz="2000" dirty="0" smtClean="0"/>
              <a:t>- Control nulo o pasivo de vencimiento de vacunas, lo que afecta a la calidad del servicio</a:t>
            </a:r>
            <a:endParaRPr lang="es-AR" sz="2000" dirty="0"/>
          </a:p>
          <a:p>
            <a:r>
              <a:rPr lang="es-AR" dirty="0" smtClean="0"/>
              <a:t>Usuarios Objetivo: </a:t>
            </a:r>
            <a:r>
              <a:rPr lang="es-AR" sz="2000" dirty="0" smtClean="0"/>
              <a:t>Veterinarios y Personal Administrativo.</a:t>
            </a:r>
          </a:p>
          <a:p>
            <a:endParaRPr lang="es-AR" sz="2000" dirty="0"/>
          </a:p>
          <a:p>
            <a:pPr marL="0" indent="0">
              <a:buNone/>
            </a:pPr>
            <a:r>
              <a:rPr lang="es-AR" sz="2000" dirty="0" smtClean="0"/>
              <a:t>Por eso les presento PetCare</a:t>
            </a:r>
            <a:r>
              <a:rPr lang="en-US" sz="2000" dirty="0" smtClean="0"/>
              <a:t>®, una plataforma web integral </a:t>
            </a:r>
            <a:r>
              <a:rPr lang="en-US" sz="2000" dirty="0" err="1" smtClean="0"/>
              <a:t>completa</a:t>
            </a:r>
            <a:r>
              <a:rPr lang="en-US" sz="2000" dirty="0" smtClean="0"/>
              <a:t>, con </a:t>
            </a:r>
            <a:r>
              <a:rPr lang="en-US" sz="2000" dirty="0" err="1" smtClean="0"/>
              <a:t>operaciones</a:t>
            </a:r>
            <a:r>
              <a:rPr lang="en-US" sz="2000" dirty="0" smtClean="0"/>
              <a:t> CRUD </a:t>
            </a:r>
            <a:r>
              <a:rPr lang="en-US" sz="2000" dirty="0" err="1" smtClean="0"/>
              <a:t>sobre</a:t>
            </a:r>
            <a:r>
              <a:rPr lang="en-US" sz="2000" dirty="0" smtClean="0"/>
              <a:t> las </a:t>
            </a:r>
            <a:r>
              <a:rPr lang="en-US" sz="2000" dirty="0" err="1" smtClean="0"/>
              <a:t>entidades</a:t>
            </a:r>
            <a:r>
              <a:rPr lang="en-US" sz="2000" dirty="0" smtClean="0"/>
              <a:t> </a:t>
            </a:r>
            <a:r>
              <a:rPr lang="en-US" sz="2000" dirty="0" err="1" smtClean="0"/>
              <a:t>principales</a:t>
            </a:r>
            <a:r>
              <a:rPr lang="en-US" sz="2000" dirty="0" smtClean="0"/>
              <a:t> (</a:t>
            </a:r>
            <a:r>
              <a:rPr lang="en-US" sz="2000" dirty="0" err="1" smtClean="0"/>
              <a:t>Clientes</a:t>
            </a:r>
            <a:r>
              <a:rPr lang="en-US" sz="2000" dirty="0" smtClean="0"/>
              <a:t>, </a:t>
            </a:r>
            <a:r>
              <a:rPr lang="en-US" sz="2000" dirty="0" err="1" smtClean="0"/>
              <a:t>Mascotas</a:t>
            </a:r>
            <a:r>
              <a:rPr lang="en-US" sz="2000" dirty="0" smtClean="0"/>
              <a:t>, </a:t>
            </a:r>
            <a:r>
              <a:rPr lang="en-US" sz="2000" dirty="0" err="1" smtClean="0"/>
              <a:t>Turnos</a:t>
            </a:r>
            <a:r>
              <a:rPr lang="en-US" sz="2000" dirty="0" smtClean="0"/>
              <a:t>, </a:t>
            </a:r>
            <a:r>
              <a:rPr lang="en-US" sz="2000" dirty="0" err="1" smtClean="0"/>
              <a:t>Consultas</a:t>
            </a:r>
            <a:r>
              <a:rPr lang="en-US" sz="2000" dirty="0" smtClean="0"/>
              <a:t>).</a:t>
            </a:r>
            <a:endParaRPr lang="en-US" sz="20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700" y="4077072"/>
            <a:ext cx="3986157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2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748" y="-171400"/>
            <a:ext cx="9143538" cy="1066800"/>
          </a:xfrm>
        </p:spPr>
        <p:txBody>
          <a:bodyPr rtlCol="0"/>
          <a:lstStyle/>
          <a:p>
            <a:pPr rtl="0"/>
            <a:r>
              <a:rPr lang="es-ES" dirty="0" smtClean="0">
                <a:latin typeface="Calibri" panose="020F0502020204030204" pitchFamily="34" charset="0"/>
              </a:rPr>
              <a:t>Objetivo principal </a:t>
            </a:r>
            <a:r>
              <a:rPr lang="es-ES" dirty="0">
                <a:latin typeface="Calibri" panose="020F0502020204030204" pitchFamily="34" charset="0"/>
              </a:rPr>
              <a:t>del 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4526" y="980728"/>
            <a:ext cx="11737304" cy="4405808"/>
          </a:xfrm>
        </p:spPr>
        <p:txBody>
          <a:bodyPr rtlCol="0">
            <a:normAutofit/>
          </a:bodyPr>
          <a:lstStyle/>
          <a:p>
            <a:pPr rtl="0"/>
            <a:r>
              <a:rPr lang="es-ES" dirty="0" smtClean="0">
                <a:latin typeface="Calibri" panose="020F0502020204030204" pitchFamily="34" charset="0"/>
              </a:rPr>
              <a:t>Implementación de un Sistema de Gestión Veterinaria</a:t>
            </a:r>
          </a:p>
          <a:p>
            <a:pPr rtl="0"/>
            <a:endParaRPr lang="es-ES" dirty="0">
              <a:latin typeface="Calibri" panose="020F0502020204030204" pitchFamily="34" charset="0"/>
            </a:endParaRPr>
          </a:p>
          <a:p>
            <a:pPr rtl="0"/>
            <a:r>
              <a:rPr lang="es-ES" dirty="0" smtClean="0"/>
              <a:t>Meta: </a:t>
            </a:r>
            <a:r>
              <a:rPr lang="es-ES" sz="1800" dirty="0" smtClean="0"/>
              <a:t>Crear una plataforma digital que centralice la información de cliente, mascotas, historial médico y agenda de turnos</a:t>
            </a:r>
            <a:r>
              <a:rPr lang="es-ES" dirty="0" smtClean="0"/>
              <a:t>.</a:t>
            </a:r>
          </a:p>
          <a:p>
            <a:pPr rtl="0"/>
            <a:endParaRPr lang="es-ES" dirty="0" smtClean="0">
              <a:latin typeface="Calibri" panose="020F0502020204030204" pitchFamily="34" charset="0"/>
            </a:endParaRPr>
          </a:p>
          <a:p>
            <a:r>
              <a:rPr lang="es-ES" dirty="0" smtClean="0">
                <a:latin typeface="Calibri" panose="020F0502020204030204" pitchFamily="34" charset="0"/>
              </a:rPr>
              <a:t>Beneficios de la Página: </a:t>
            </a:r>
          </a:p>
          <a:p>
            <a:pPr marL="320040" lvl="1" indent="0">
              <a:buNone/>
            </a:pPr>
            <a:r>
              <a:rPr lang="es-ES" sz="1400" dirty="0"/>
              <a:t>	</a:t>
            </a:r>
            <a:r>
              <a:rPr lang="es-ES" sz="1800" dirty="0" smtClean="0"/>
              <a:t>- </a:t>
            </a:r>
            <a:r>
              <a:rPr lang="es-ES" sz="1800" dirty="0" smtClean="0"/>
              <a:t>Automatización de tareas administrativas para mejorar la eficiencia y la calidad de la atención al paciente.</a:t>
            </a:r>
          </a:p>
          <a:p>
            <a:pPr marL="0" indent="0">
              <a:buNone/>
            </a:pPr>
            <a:r>
              <a:rPr lang="es-ES" sz="1800" dirty="0"/>
              <a:t>	</a:t>
            </a:r>
            <a:r>
              <a:rPr lang="es-ES" sz="1800" dirty="0" smtClean="0"/>
              <a:t>- Calidad de servicios: Sistema de Alertas Activas sobre vacunas que vences y próximos turnos.</a:t>
            </a:r>
          </a:p>
          <a:p>
            <a:pPr marL="0" indent="0">
              <a:buNone/>
            </a:pPr>
            <a:r>
              <a:rPr lang="es-ES" sz="1800" dirty="0"/>
              <a:t>	</a:t>
            </a:r>
            <a:r>
              <a:rPr lang="es-ES" sz="1800" dirty="0" smtClean="0"/>
              <a:t>- Control Operativo: Panel Principal que muestra contadores en tiempo real.</a:t>
            </a:r>
            <a:endParaRPr lang="es-ES" sz="18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828" y="333273"/>
            <a:ext cx="2916324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11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200" y="-171400"/>
            <a:ext cx="9143538" cy="1066800"/>
          </a:xfrm>
        </p:spPr>
        <p:txBody>
          <a:bodyPr/>
          <a:lstStyle/>
          <a:p>
            <a:r>
              <a:rPr lang="es-AR" dirty="0" smtClean="0"/>
              <a:t>Arquitectura de Software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40" y="836712"/>
            <a:ext cx="11593288" cy="5176976"/>
          </a:xfrm>
        </p:spPr>
        <p:txBody>
          <a:bodyPr>
            <a:normAutofit/>
          </a:bodyPr>
          <a:lstStyle/>
          <a:p>
            <a:r>
              <a:rPr lang="es-AR" dirty="0" smtClean="0"/>
              <a:t>Estilo: </a:t>
            </a:r>
            <a:r>
              <a:rPr lang="es-AR" sz="1800" dirty="0" smtClean="0"/>
              <a:t>Arquitectura de 3 capas (Cliente - </a:t>
            </a:r>
            <a:r>
              <a:rPr lang="es-AR" sz="1800" dirty="0"/>
              <a:t>S</a:t>
            </a:r>
            <a:r>
              <a:rPr lang="es-AR" sz="1800" dirty="0" smtClean="0"/>
              <a:t>ervidor):</a:t>
            </a:r>
          </a:p>
          <a:p>
            <a:pPr marL="320040" lvl="1" indent="0">
              <a:buNone/>
            </a:pPr>
            <a:r>
              <a:rPr lang="es-AR" sz="1800" dirty="0" smtClean="0"/>
              <a:t>	- </a:t>
            </a:r>
            <a:r>
              <a:rPr lang="es-AR" sz="1800" dirty="0"/>
              <a:t>Capa Cliente (Front-</a:t>
            </a:r>
            <a:r>
              <a:rPr lang="es-AR" sz="1800" dirty="0" err="1"/>
              <a:t>End</a:t>
            </a:r>
            <a:r>
              <a:rPr lang="es-AR" sz="1800" dirty="0"/>
              <a:t>): HTML5, CSS (</a:t>
            </a:r>
            <a:r>
              <a:rPr lang="es-AR" sz="1800" dirty="0" err="1"/>
              <a:t>Bootstrap</a:t>
            </a:r>
            <a:r>
              <a:rPr lang="es-AR" sz="1800" dirty="0"/>
              <a:t>), JavaScript.</a:t>
            </a:r>
          </a:p>
          <a:p>
            <a:pPr marL="320040" lvl="1" indent="0">
              <a:buNone/>
            </a:pPr>
            <a:endParaRPr lang="es-AR" sz="1800" dirty="0"/>
          </a:p>
          <a:p>
            <a:pPr marL="320040" lvl="1" indent="0">
              <a:buNone/>
            </a:pPr>
            <a:r>
              <a:rPr lang="es-AR" sz="1800" dirty="0"/>
              <a:t>	- Capa de Aplicación (Back-</a:t>
            </a:r>
            <a:r>
              <a:rPr lang="es-AR" sz="1800" dirty="0" err="1"/>
              <a:t>End</a:t>
            </a:r>
            <a:r>
              <a:rPr lang="es-AR" sz="1800" dirty="0"/>
              <a:t>): PHP (Manejo de lógica y </a:t>
            </a:r>
            <a:r>
              <a:rPr lang="es-AR" sz="1800" dirty="0" err="1"/>
              <a:t>routing</a:t>
            </a:r>
            <a:r>
              <a:rPr lang="es-AR" sz="1800" dirty="0"/>
              <a:t>).</a:t>
            </a:r>
          </a:p>
          <a:p>
            <a:pPr marL="320040" lvl="1" indent="0">
              <a:buNone/>
            </a:pPr>
            <a:endParaRPr lang="es-AR" sz="1800" dirty="0"/>
          </a:p>
          <a:p>
            <a:pPr marL="320040" lvl="1" indent="0">
              <a:buNone/>
            </a:pPr>
            <a:r>
              <a:rPr lang="es-AR" sz="1800" dirty="0"/>
              <a:t>	- Capa de Datos: </a:t>
            </a:r>
            <a:r>
              <a:rPr lang="es-AR" sz="1800" dirty="0" err="1"/>
              <a:t>MySQL</a:t>
            </a:r>
            <a:r>
              <a:rPr lang="es-AR" sz="1800" dirty="0"/>
              <a:t> (</a:t>
            </a:r>
            <a:r>
              <a:rPr lang="es-AR" sz="1800" dirty="0" err="1"/>
              <a:t>PHPMyAdmin</a:t>
            </a:r>
            <a:r>
              <a:rPr lang="es-AR" sz="1800" dirty="0"/>
              <a:t>). </a:t>
            </a:r>
            <a:endParaRPr lang="es-AR" sz="1800" dirty="0" smtClean="0"/>
          </a:p>
          <a:p>
            <a:pPr marL="320040" lvl="1" indent="0">
              <a:buNone/>
            </a:pPr>
            <a:endParaRPr lang="es-AR" sz="1800" dirty="0" smtClean="0"/>
          </a:p>
          <a:p>
            <a:r>
              <a:rPr lang="es-AR" dirty="0" smtClean="0"/>
              <a:t>Patrones: </a:t>
            </a:r>
            <a:r>
              <a:rPr lang="es-AR" sz="1800" dirty="0" smtClean="0"/>
              <a:t>Se aplica el principio de Separación de Responsabilidades (Front-</a:t>
            </a:r>
            <a:r>
              <a:rPr lang="es-AR" sz="1800" dirty="0" err="1" smtClean="0"/>
              <a:t>End</a:t>
            </a:r>
            <a:r>
              <a:rPr lang="es-AR" sz="1800" dirty="0" smtClean="0"/>
              <a:t> solo para la presentación, Back-</a:t>
            </a:r>
            <a:r>
              <a:rPr lang="es-AR" sz="1800" dirty="0" err="1" smtClean="0"/>
              <a:t>End</a:t>
            </a:r>
            <a:r>
              <a:rPr lang="es-AR" sz="1800" dirty="0" smtClean="0"/>
              <a:t> solo para la lógica y acceso a la Base de Datos).</a:t>
            </a:r>
            <a:endParaRPr lang="es-AR" dirty="0" smtClean="0"/>
          </a:p>
          <a:p>
            <a:pPr marL="320040" lvl="1" indent="0">
              <a:buNone/>
            </a:pPr>
            <a:r>
              <a:rPr lang="es-AR" sz="1800" dirty="0"/>
              <a:t>	</a:t>
            </a:r>
            <a:endParaRPr lang="en-US" sz="18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052" y="4509120"/>
            <a:ext cx="6610388" cy="180632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588" y="532169"/>
            <a:ext cx="4710563" cy="264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3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748" y="-99392"/>
            <a:ext cx="9143538" cy="1066800"/>
          </a:xfrm>
        </p:spPr>
        <p:txBody>
          <a:bodyPr/>
          <a:lstStyle/>
          <a:p>
            <a:r>
              <a:rPr lang="es-AR" dirty="0" smtClean="0"/>
              <a:t>Modelo de Datos y Normalización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7748" y="967408"/>
            <a:ext cx="11737304" cy="5053880"/>
          </a:xfrm>
        </p:spPr>
        <p:txBody>
          <a:bodyPr/>
          <a:lstStyle/>
          <a:p>
            <a:pPr marL="0" indent="0">
              <a:buNone/>
            </a:pPr>
            <a:r>
              <a:rPr lang="es-AR" sz="1800" dirty="0"/>
              <a:t>El modelo de datos define las Entidades (Tablas) que representan objetos del mundo real y cómo se relacionan entre sí</a:t>
            </a:r>
            <a:r>
              <a:rPr lang="es-AR" sz="1800" dirty="0" smtClean="0"/>
              <a:t>.</a:t>
            </a:r>
          </a:p>
          <a:p>
            <a:pPr marL="0" indent="0">
              <a:buNone/>
            </a:pPr>
            <a:r>
              <a:rPr lang="es-AR" sz="1800" dirty="0" smtClean="0"/>
              <a:t>Las entidades principales son: Clientes, Mascotas, Consultas, Turnos, Vacunas.</a:t>
            </a:r>
          </a:p>
          <a:p>
            <a:r>
              <a:rPr lang="es-AR" dirty="0" smtClean="0"/>
              <a:t>Relaciones destacadas:</a:t>
            </a:r>
            <a:endParaRPr lang="es-AR" sz="1800" dirty="0" smtClean="0"/>
          </a:p>
          <a:p>
            <a:pPr marL="0" indent="0">
              <a:buNone/>
            </a:pPr>
            <a:r>
              <a:rPr lang="es-AR" dirty="0"/>
              <a:t>	</a:t>
            </a:r>
            <a:r>
              <a:rPr lang="es-AR" sz="1800" dirty="0" smtClean="0"/>
              <a:t>- Relación 1:N entre clientes y mascotas.</a:t>
            </a:r>
          </a:p>
          <a:p>
            <a:pPr marL="0" indent="0">
              <a:buNone/>
            </a:pPr>
            <a:r>
              <a:rPr lang="es-AR" sz="1800" dirty="0"/>
              <a:t>	</a:t>
            </a:r>
            <a:r>
              <a:rPr lang="es-AR" sz="1800" dirty="0" smtClean="0"/>
              <a:t>- Relación 1:N entre mascotas y consultas.</a:t>
            </a:r>
          </a:p>
          <a:p>
            <a:pPr marL="0" indent="0">
              <a:buNone/>
            </a:pPr>
            <a:r>
              <a:rPr lang="es-AR" sz="1800" dirty="0"/>
              <a:t>	</a:t>
            </a:r>
            <a:r>
              <a:rPr lang="es-AR" sz="1800" dirty="0" smtClean="0"/>
              <a:t>- Relación 1:N entre veterinario y turnos.</a:t>
            </a:r>
            <a:endParaRPr lang="es-AR" sz="1800" dirty="0"/>
          </a:p>
          <a:p>
            <a:r>
              <a:rPr lang="es-AR" dirty="0" smtClean="0"/>
              <a:t>Normalización: </a:t>
            </a:r>
            <a:r>
              <a:rPr lang="es-AR" sz="1800" dirty="0" smtClean="0"/>
              <a:t>Se diseñó para cumplir al menos la Tercera Forma Normal eliminando la redundancia y asegurando la integridad referencial mediante claves foráneas, como por ejemplo: </a:t>
            </a:r>
            <a:r>
              <a:rPr lang="es-AR" sz="1800" dirty="0" err="1" smtClean="0"/>
              <a:t>id_mascota</a:t>
            </a:r>
            <a:r>
              <a:rPr lang="es-AR" sz="1800" dirty="0" smtClean="0"/>
              <a:t>, </a:t>
            </a:r>
            <a:r>
              <a:rPr lang="es-AR" sz="1800" dirty="0" err="1" smtClean="0"/>
              <a:t>id_veterinario</a:t>
            </a:r>
            <a:r>
              <a:rPr lang="es-AR" sz="1800" dirty="0" smtClean="0"/>
              <a:t>.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684" y="4365104"/>
            <a:ext cx="3427597" cy="192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03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05780" y="-171400"/>
            <a:ext cx="9143538" cy="1066800"/>
          </a:xfrm>
        </p:spPr>
        <p:txBody>
          <a:bodyPr rtlCol="0"/>
          <a:lstStyle/>
          <a:p>
            <a:pPr rtl="0"/>
            <a:r>
              <a:rPr lang="es-ES" dirty="0" smtClean="0">
                <a:latin typeface="Calibri" panose="020F0502020204030204" pitchFamily="34" charset="0"/>
              </a:rPr>
              <a:t>Fases de Desarrollo</a:t>
            </a:r>
            <a:endParaRPr lang="es-ES" dirty="0">
              <a:latin typeface="Calibri" panose="020F0502020204030204" pitchFamily="34" charset="0"/>
            </a:endParaRP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189757" y="764704"/>
            <a:ext cx="11593288" cy="5472608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es-ES" dirty="0" smtClean="0"/>
              <a:t>Gestión de Clientes y Mascotas: </a:t>
            </a:r>
            <a:r>
              <a:rPr lang="es-ES" sz="1800" dirty="0" smtClean="0"/>
              <a:t>Se desarrolló la capacidad de registrar, modificar y eliminar clientes y mascotas.</a:t>
            </a:r>
            <a:endParaRPr lang="es-ES" dirty="0">
              <a:latin typeface="Calibri" panose="020F0502020204030204" pitchFamily="34" charset="0"/>
            </a:endParaRPr>
          </a:p>
          <a:p>
            <a:pPr rtl="0"/>
            <a:r>
              <a:rPr lang="es-ES" dirty="0" smtClean="0"/>
              <a:t>Registro Clínico (Historial): </a:t>
            </a:r>
            <a:r>
              <a:rPr lang="es-ES" sz="1800" dirty="0" smtClean="0"/>
              <a:t>Se creó la funcionalidad para registrar consultas médicas, incluyendo motivo, diagnóstico, tratamiento, peso y temperatura.</a:t>
            </a:r>
            <a:endParaRPr lang="es-ES" dirty="0" smtClean="0"/>
          </a:p>
          <a:p>
            <a:pPr rtl="0"/>
            <a:r>
              <a:rPr lang="es-ES" dirty="0" smtClean="0">
                <a:latin typeface="Calibri" panose="020F0502020204030204" pitchFamily="34" charset="0"/>
              </a:rPr>
              <a:t>Seguimiento de Vacunas: </a:t>
            </a:r>
            <a:r>
              <a:rPr lang="es-ES" sz="1800" dirty="0" smtClean="0">
                <a:latin typeface="Calibri" panose="020F0502020204030204" pitchFamily="34" charset="0"/>
              </a:rPr>
              <a:t>Implementación de una tabla específica para registrar el tipo y la fecha de vencimiento de las vacunas, crucial para las alertas.</a:t>
            </a:r>
          </a:p>
          <a:p>
            <a:r>
              <a:rPr lang="es-ES" dirty="0"/>
              <a:t>Agenda de Turnos: </a:t>
            </a:r>
          </a:p>
          <a:p>
            <a:pPr marL="0" indent="0">
              <a:buNone/>
            </a:pPr>
            <a:r>
              <a:rPr lang="es-ES" sz="1800" dirty="0"/>
              <a:t>	- Permite registrar turnos con fecha, hora, mascota, motivo y asignación de un veterinario específico.</a:t>
            </a:r>
          </a:p>
          <a:p>
            <a:pPr marL="0" indent="0">
              <a:buNone/>
            </a:pPr>
            <a:r>
              <a:rPr lang="es-ES" sz="1800" dirty="0"/>
              <a:t>	- Incluye un sistema de cambio de estado (Pendiente, Confirmado, Cancelado).</a:t>
            </a:r>
          </a:p>
          <a:p>
            <a:pPr marL="0" indent="0">
              <a:buNone/>
            </a:pPr>
            <a:r>
              <a:rPr lang="es-ES" sz="2600" dirty="0"/>
              <a:t>Se agregó un calendario visual con toda la interacción dinámica que se maneja con una librería de JavaScript específica:</a:t>
            </a:r>
          </a:p>
          <a:p>
            <a:pPr marL="0" indent="0">
              <a:buNone/>
            </a:pPr>
            <a:r>
              <a:rPr lang="es-ES" sz="1800" dirty="0"/>
              <a:t>FullCaleendar.io: Toma los datos de los turnos en formato JSON y los </a:t>
            </a:r>
            <a:r>
              <a:rPr lang="es-ES" sz="1800" dirty="0" err="1"/>
              <a:t>renderiza</a:t>
            </a:r>
            <a:r>
              <a:rPr lang="es-ES" sz="1800" dirty="0"/>
              <a:t> en la grilla. También maneja la lógica de interacción para abrir el modal de nuevo turno y hacer </a:t>
            </a:r>
            <a:r>
              <a:rPr lang="es-ES" sz="1800" dirty="0" err="1"/>
              <a:t>click</a:t>
            </a:r>
            <a:r>
              <a:rPr lang="es-ES" sz="1800" dirty="0"/>
              <a:t> en un evento para mostrar detalles del turno.</a:t>
            </a:r>
          </a:p>
          <a:p>
            <a:r>
              <a:rPr lang="es-ES" sz="2600" dirty="0"/>
              <a:t>Panel de control:</a:t>
            </a:r>
          </a:p>
          <a:p>
            <a:pPr marL="0" indent="0">
              <a:buNone/>
            </a:pPr>
            <a:r>
              <a:rPr lang="es-ES" sz="1400" dirty="0"/>
              <a:t>	</a:t>
            </a:r>
            <a:r>
              <a:rPr lang="es-ES" sz="1800" dirty="0"/>
              <a:t>- Diseñado para ser la vista rápida del veterinario al iniciar sesión.</a:t>
            </a:r>
          </a:p>
          <a:p>
            <a:pPr marL="0" indent="0">
              <a:buNone/>
            </a:pPr>
            <a:r>
              <a:rPr lang="es-ES" sz="1800" dirty="0"/>
              <a:t>	- Muestra contadores clave en tiempo real (Total de pacientes activos, turnos para hoy y vacunas que vencen en los </a:t>
            </a:r>
            <a:r>
              <a:rPr lang="es-ES" sz="1800" dirty="0" smtClean="0"/>
              <a:t>próximos </a:t>
            </a:r>
            <a:r>
              <a:rPr lang="es-ES" sz="1800" dirty="0"/>
              <a:t>7 días).</a:t>
            </a:r>
          </a:p>
          <a:p>
            <a:pPr marL="0" indent="0">
              <a:buNone/>
            </a:pPr>
            <a:r>
              <a:rPr lang="es-ES" sz="1800" dirty="0"/>
              <a:t>	- Genera un sistema de alertas (próximos turnos y vacunas a vencer) ordenados por fecha de prioridad.</a:t>
            </a:r>
          </a:p>
          <a:p>
            <a:pPr rtl="0"/>
            <a:endParaRPr lang="es-ES" sz="1800" dirty="0">
              <a:latin typeface="Calibri" panose="020F050202020403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836" y="4437112"/>
            <a:ext cx="2880320" cy="162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6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9756" y="-171400"/>
            <a:ext cx="9143538" cy="1080120"/>
          </a:xfrm>
        </p:spPr>
        <p:txBody>
          <a:bodyPr/>
          <a:lstStyle/>
          <a:p>
            <a:r>
              <a:rPr lang="es-AR" dirty="0" smtClean="0"/>
              <a:t>Seguridad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7748" y="980728"/>
            <a:ext cx="11881320" cy="5256584"/>
          </a:xfrm>
        </p:spPr>
        <p:txBody>
          <a:bodyPr/>
          <a:lstStyle/>
          <a:p>
            <a:r>
              <a:rPr lang="es-AR" dirty="0" smtClean="0"/>
              <a:t>Seguridad:</a:t>
            </a:r>
          </a:p>
          <a:p>
            <a:pPr lvl="1"/>
            <a:r>
              <a:rPr lang="es-AR" dirty="0" smtClean="0"/>
              <a:t>Autenticación Basada en Sesiones.</a:t>
            </a:r>
          </a:p>
          <a:p>
            <a:pPr lvl="2"/>
            <a:r>
              <a:rPr lang="es-AR" dirty="0" smtClean="0"/>
              <a:t>Se utiliza el mecanismo de sesiones de PHP ( </a:t>
            </a:r>
            <a:r>
              <a:rPr lang="es-AR" dirty="0" err="1" smtClean="0"/>
              <a:t>sesión_start</a:t>
            </a:r>
            <a:r>
              <a:rPr lang="es-AR" dirty="0" smtClean="0"/>
              <a:t>() ) para gestionar el estado del usuario.</a:t>
            </a:r>
          </a:p>
          <a:p>
            <a:pPr lvl="2"/>
            <a:r>
              <a:rPr lang="es-AR" dirty="0" smtClean="0"/>
              <a:t>Si un usuario no tiene una sesión activa ( !</a:t>
            </a:r>
            <a:r>
              <a:rPr lang="es-AR" dirty="0" err="1" smtClean="0"/>
              <a:t>isset</a:t>
            </a:r>
            <a:r>
              <a:rPr lang="es-AR" dirty="0" smtClean="0"/>
              <a:t>($_SESSION[‘</a:t>
            </a:r>
            <a:r>
              <a:rPr lang="es-AR" dirty="0" err="1" smtClean="0"/>
              <a:t>id_veterinario</a:t>
            </a:r>
            <a:r>
              <a:rPr lang="es-AR" dirty="0" smtClean="0"/>
              <a:t>’]) ), es redirigido inmediatamente a </a:t>
            </a:r>
            <a:r>
              <a:rPr lang="es-AR" dirty="0" err="1" smtClean="0"/>
              <a:t>login.php</a:t>
            </a:r>
            <a:r>
              <a:rPr lang="es-AR" dirty="0" smtClean="0"/>
              <a:t>, previniendo el acceso no autorizado a los módulos.</a:t>
            </a:r>
            <a:endParaRPr lang="es-AR" dirty="0"/>
          </a:p>
          <a:p>
            <a:pPr lvl="1"/>
            <a:r>
              <a:rPr lang="es-AR" dirty="0" smtClean="0"/>
              <a:t> Autorización y Filtrado de Datos:</a:t>
            </a:r>
          </a:p>
          <a:p>
            <a:pPr lvl="2"/>
            <a:r>
              <a:rPr lang="es-AR" dirty="0" smtClean="0"/>
              <a:t>La clave de seguridad es el uso de la variable de sesión ($</a:t>
            </a:r>
            <a:r>
              <a:rPr lang="es-AR" dirty="0" err="1" smtClean="0"/>
              <a:t>id_veterinario_sesion</a:t>
            </a:r>
            <a:r>
              <a:rPr lang="es-AR" dirty="0" smtClean="0"/>
              <a:t>) para filtrar todas las consultas de lectura y escritura.</a:t>
            </a:r>
          </a:p>
          <a:p>
            <a:pPr lvl="1"/>
            <a:r>
              <a:rPr lang="es-AR" dirty="0" smtClean="0"/>
              <a:t>Prevención de Inyección SQL:</a:t>
            </a:r>
          </a:p>
          <a:p>
            <a:pPr lvl="2"/>
            <a:r>
              <a:rPr lang="es-AR" dirty="0" smtClean="0"/>
              <a:t>Se utiliza la extensión PDO (PHP Data </a:t>
            </a:r>
            <a:r>
              <a:rPr lang="es-AR" dirty="0" err="1" smtClean="0"/>
              <a:t>Objects</a:t>
            </a:r>
            <a:r>
              <a:rPr lang="es-AR" dirty="0" smtClean="0"/>
              <a:t>) y Consultas Preparadas ( $</a:t>
            </a:r>
            <a:r>
              <a:rPr lang="es-AR" dirty="0" err="1" smtClean="0"/>
              <a:t>pdo</a:t>
            </a:r>
            <a:r>
              <a:rPr lang="es-AR" dirty="0" smtClean="0"/>
              <a:t>-&gt;prepare()-&gt;</a:t>
            </a:r>
            <a:r>
              <a:rPr lang="es-AR" dirty="0" err="1" smtClean="0"/>
              <a:t>executre</a:t>
            </a:r>
            <a:r>
              <a:rPr lang="es-AR" dirty="0" smtClean="0"/>
              <a:t>() ) en todos los </a:t>
            </a:r>
            <a:r>
              <a:rPr lang="es-AR" dirty="0" err="1" smtClean="0"/>
              <a:t>statements</a:t>
            </a:r>
            <a:r>
              <a:rPr lang="es-AR" dirty="0" smtClean="0"/>
              <a:t> de INSERT, UPDATE y DELETE. Esto es fundamental para evitar que entradas maliciosas puedan dañar o exponer la base de datos</a:t>
            </a:r>
          </a:p>
          <a:p>
            <a:pPr lvl="1"/>
            <a:endParaRPr lang="en-US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828" y="4581128"/>
            <a:ext cx="1683030" cy="183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1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890" y="-99392"/>
            <a:ext cx="9143538" cy="1066800"/>
          </a:xfrm>
        </p:spPr>
        <p:txBody>
          <a:bodyPr/>
          <a:lstStyle/>
          <a:p>
            <a:r>
              <a:rPr lang="es-AR" dirty="0" smtClean="0"/>
              <a:t>Validación y Manejo de Errores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7748" y="967408"/>
            <a:ext cx="11953328" cy="5197896"/>
          </a:xfrm>
        </p:spPr>
        <p:txBody>
          <a:bodyPr>
            <a:normAutofit fontScale="92500" lnSpcReduction="10000"/>
          </a:bodyPr>
          <a:lstStyle/>
          <a:p>
            <a:r>
              <a:rPr lang="es-AR" dirty="0" smtClean="0"/>
              <a:t>Validación de entradas:</a:t>
            </a:r>
          </a:p>
          <a:p>
            <a:pPr lvl="1"/>
            <a:r>
              <a:rPr lang="es-AR" sz="1800" dirty="0" smtClean="0"/>
              <a:t>Se utilizan atributos HTML5 en los formularios para dar una respuesta inmediata al usuario antes de enviar el formulario.</a:t>
            </a:r>
          </a:p>
          <a:p>
            <a:pPr marL="388620" indent="-342900"/>
            <a:r>
              <a:rPr lang="es-AR" dirty="0" smtClean="0"/>
              <a:t>Validación Back-</a:t>
            </a:r>
            <a:r>
              <a:rPr lang="es-AR" dirty="0" err="1" smtClean="0"/>
              <a:t>End</a:t>
            </a:r>
            <a:r>
              <a:rPr lang="es-AR" dirty="0" smtClean="0"/>
              <a:t>:</a:t>
            </a:r>
            <a:r>
              <a:rPr lang="es-AR" sz="2000" dirty="0" smtClean="0"/>
              <a:t>	</a:t>
            </a:r>
          </a:p>
          <a:p>
            <a:pPr marL="662940" lvl="1" indent="-342900"/>
            <a:r>
              <a:rPr lang="es-AR" sz="1800" dirty="0" smtClean="0"/>
              <a:t>El código PHP utiliza la función </a:t>
            </a:r>
            <a:r>
              <a:rPr lang="es-AR" sz="1800" dirty="0" err="1" smtClean="0"/>
              <a:t>filter_input</a:t>
            </a:r>
            <a:r>
              <a:rPr lang="es-AR" sz="1800" dirty="0" smtClean="0"/>
              <a:t>() para limpiar y validar los datos antes de que interactúen con la base de datos.</a:t>
            </a:r>
            <a:endParaRPr lang="es-AR" sz="1800" dirty="0"/>
          </a:p>
          <a:p>
            <a:pPr marL="388620" indent="-342900"/>
            <a:r>
              <a:rPr lang="es-AR" dirty="0" smtClean="0"/>
              <a:t>Manejo Consistente de Errores y </a:t>
            </a:r>
            <a:r>
              <a:rPr lang="es-AR" dirty="0" err="1" smtClean="0"/>
              <a:t>Feedback</a:t>
            </a:r>
            <a:r>
              <a:rPr lang="es-AR" dirty="0" smtClean="0"/>
              <a:t>: </a:t>
            </a:r>
            <a:r>
              <a:rPr lang="es-AR" sz="1800" dirty="0" smtClean="0"/>
              <a:t>El programa garantiza que los fallos del sistema o de la base de datos no expongan información sensible y que el usuario siempre reciba un mensaje claro</a:t>
            </a:r>
          </a:p>
          <a:p>
            <a:pPr marL="662940" lvl="1" indent="-342900"/>
            <a:r>
              <a:rPr lang="es-AR" sz="1800" dirty="0" smtClean="0"/>
              <a:t>Todas las operaciones criticas de base de datos están envueltas en bloques try…catch.</a:t>
            </a:r>
          </a:p>
          <a:p>
            <a:pPr marL="662940" lvl="1" indent="-342900"/>
            <a:r>
              <a:rPr lang="es-AR" sz="1800" dirty="0" smtClean="0"/>
              <a:t>Si ocurre un error de </a:t>
            </a:r>
            <a:r>
              <a:rPr lang="es-AR" sz="1800" dirty="0" err="1" smtClean="0"/>
              <a:t>MySQL</a:t>
            </a:r>
            <a:r>
              <a:rPr lang="es-AR" sz="1800" dirty="0" smtClean="0"/>
              <a:t> (Como por ejemplo un </a:t>
            </a:r>
            <a:r>
              <a:rPr lang="es-AR" sz="1800" dirty="0" err="1" smtClean="0"/>
              <a:t>deadlock</a:t>
            </a:r>
            <a:r>
              <a:rPr lang="es-AR" sz="1800" dirty="0" smtClean="0"/>
              <a:t> o una clave foránea que no existe), el error del sistema ( $e-&gt;</a:t>
            </a:r>
            <a:r>
              <a:rPr lang="es-AR" sz="1800" dirty="0" err="1" smtClean="0"/>
              <a:t>getMessage</a:t>
            </a:r>
            <a:r>
              <a:rPr lang="es-AR" sz="1800" dirty="0" smtClean="0"/>
              <a:t>() ) es capturado.</a:t>
            </a:r>
          </a:p>
          <a:p>
            <a:pPr marL="388620" indent="-342900"/>
            <a:r>
              <a:rPr lang="es-AR" dirty="0" smtClean="0"/>
              <a:t>Sistema de Mensajes de </a:t>
            </a:r>
            <a:r>
              <a:rPr lang="es-AR" dirty="0" err="1" smtClean="0"/>
              <a:t>Feedback</a:t>
            </a:r>
            <a:r>
              <a:rPr lang="es-AR" dirty="0" smtClean="0"/>
              <a:t>:</a:t>
            </a:r>
          </a:p>
          <a:p>
            <a:pPr marL="662940" lvl="1" indent="-342900"/>
            <a:r>
              <a:rPr lang="es-AR" sz="1800" dirty="0" smtClean="0"/>
              <a:t>En lugar de mostrar errores técnicos, el sistema almacena un mensaje ($_SESSION[‘</a:t>
            </a:r>
            <a:r>
              <a:rPr lang="es-AR" sz="1800" dirty="0" err="1" smtClean="0"/>
              <a:t>message</a:t>
            </a:r>
            <a:r>
              <a:rPr lang="es-AR" sz="1800" dirty="0" smtClean="0"/>
              <a:t>’]) y un tipo (</a:t>
            </a:r>
            <a:r>
              <a:rPr lang="es-AR" sz="1800" dirty="0" err="1" smtClean="0"/>
              <a:t>succes</a:t>
            </a:r>
            <a:r>
              <a:rPr lang="es-AR" sz="1800" dirty="0" smtClean="0"/>
              <a:t>, </a:t>
            </a:r>
            <a:r>
              <a:rPr lang="es-AR" sz="1800" dirty="0" err="1" smtClean="0"/>
              <a:t>danger</a:t>
            </a:r>
            <a:r>
              <a:rPr lang="es-AR" sz="1800" dirty="0" smtClean="0"/>
              <a:t>) en la sesión</a:t>
            </a:r>
          </a:p>
          <a:p>
            <a:pPr marL="662940" lvl="1" indent="-342900"/>
            <a:r>
              <a:rPr lang="es-AR" sz="1800" dirty="0" smtClean="0"/>
              <a:t>Esto permite redirigir al usuario ( </a:t>
            </a:r>
            <a:r>
              <a:rPr lang="es-AR" sz="1800" dirty="0" err="1" smtClean="0"/>
              <a:t>header</a:t>
            </a:r>
            <a:r>
              <a:rPr lang="es-AR" sz="1800" dirty="0" smtClean="0"/>
              <a:t>(‘</a:t>
            </a:r>
            <a:r>
              <a:rPr lang="es-AR" sz="1800" dirty="0" err="1" smtClean="0"/>
              <a:t>Location</a:t>
            </a:r>
            <a:r>
              <a:rPr lang="es-AR" sz="1800" dirty="0" smtClean="0"/>
              <a:t>: </a:t>
            </a:r>
            <a:r>
              <a:rPr lang="es-AR" sz="1800" dirty="0" err="1" smtClean="0"/>
              <a:t>turnos.php</a:t>
            </a:r>
            <a:r>
              <a:rPr lang="es-AR" sz="1800" dirty="0" smtClean="0"/>
              <a:t>’) ) y mostrar un </a:t>
            </a:r>
            <a:r>
              <a:rPr lang="es-AR" sz="1800" dirty="0" err="1" smtClean="0"/>
              <a:t>alert</a:t>
            </a:r>
            <a:r>
              <a:rPr lang="es-AR" sz="1800" dirty="0" smtClean="0"/>
              <a:t> amigable (</a:t>
            </a:r>
            <a:r>
              <a:rPr lang="es-AR" sz="1800" dirty="0" err="1" smtClean="0"/>
              <a:t>Bootstrap</a:t>
            </a:r>
            <a:r>
              <a:rPr lang="es-AR" sz="1800" dirty="0" smtClean="0"/>
              <a:t>) en la parte superior de la página.</a:t>
            </a:r>
          </a:p>
          <a:p>
            <a:pPr marL="45720" indent="0">
              <a:buNone/>
            </a:pPr>
            <a:r>
              <a:rPr lang="es-AR" dirty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89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17748" y="-171400"/>
            <a:ext cx="9143538" cy="1066800"/>
          </a:xfrm>
        </p:spPr>
        <p:txBody>
          <a:bodyPr rtlCol="0"/>
          <a:lstStyle/>
          <a:p>
            <a:pPr rtl="0"/>
            <a:r>
              <a:rPr lang="es-ES" dirty="0" smtClean="0">
                <a:latin typeface="Calibri" panose="020F0502020204030204" pitchFamily="34" charset="0"/>
              </a:rPr>
              <a:t>Desafíos Técnicos Resueltos</a:t>
            </a:r>
            <a:endParaRPr lang="es-ES" dirty="0">
              <a:latin typeface="Calibri" panose="020F0502020204030204" pitchFamily="34" charset="0"/>
            </a:endParaRPr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7455062"/>
              </p:ext>
            </p:extLst>
          </p:nvPr>
        </p:nvGraphicFramePr>
        <p:xfrm>
          <a:off x="621804" y="1196752"/>
          <a:ext cx="10729192" cy="426452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10577">
                  <a:extLst>
                    <a:ext uri="{9D8B030D-6E8A-4147-A177-3AD203B41FA5}">
                      <a16:colId xmlns:a16="http://schemas.microsoft.com/office/drawing/2014/main" val="2025877130"/>
                    </a:ext>
                  </a:extLst>
                </a:gridCol>
                <a:gridCol w="3789832">
                  <a:extLst>
                    <a:ext uri="{9D8B030D-6E8A-4147-A177-3AD203B41FA5}">
                      <a16:colId xmlns:a16="http://schemas.microsoft.com/office/drawing/2014/main" val="107725844"/>
                    </a:ext>
                  </a:extLst>
                </a:gridCol>
                <a:gridCol w="5228783">
                  <a:extLst>
                    <a:ext uri="{9D8B030D-6E8A-4147-A177-3AD203B41FA5}">
                      <a16:colId xmlns:a16="http://schemas.microsoft.com/office/drawing/2014/main" val="4236189362"/>
                    </a:ext>
                  </a:extLst>
                </a:gridCol>
              </a:tblGrid>
              <a:tr h="674234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DESAFÍO TÉCNICO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PROBLEMA</a:t>
                      </a:r>
                      <a:r>
                        <a:rPr lang="es-AR" baseline="0" dirty="0" smtClean="0"/>
                        <a:t> DETECTADO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SOLUCIÓN</a:t>
                      </a:r>
                      <a:r>
                        <a:rPr lang="es-AR" baseline="0" dirty="0" smtClean="0"/>
                        <a:t> IMPLEMENTADA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542019"/>
                  </a:ext>
                </a:extLst>
              </a:tr>
              <a:tr h="1252149">
                <a:tc>
                  <a:txBody>
                    <a:bodyPr/>
                    <a:lstStyle/>
                    <a:p>
                      <a:pPr algn="l"/>
                      <a:r>
                        <a:rPr lang="es-AR" dirty="0" smtClean="0"/>
                        <a:t>CONTADOR</a:t>
                      </a:r>
                      <a:r>
                        <a:rPr lang="es-AR" baseline="0" dirty="0" smtClean="0"/>
                        <a:t> DE TURNOS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AR" dirty="0" smtClean="0"/>
                        <a:t>El</a:t>
                      </a:r>
                      <a:r>
                        <a:rPr lang="es-AR" baseline="0" dirty="0" smtClean="0"/>
                        <a:t> contador de “Turnos Hoy” no coincidía con la base de datos. (Marcaba 0 turnos o turnos incorrectos)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dirty="0" smtClean="0"/>
                        <a:t>Se corrigió la consulta SQL para usar DATE(</a:t>
                      </a:r>
                      <a:r>
                        <a:rPr lang="es-ES" dirty="0" err="1" smtClean="0"/>
                        <a:t>fecha_hora</a:t>
                      </a:r>
                      <a:r>
                        <a:rPr lang="es-ES" dirty="0" smtClean="0"/>
                        <a:t>) = :hoy y se incluyó el filtro de estado IN ('Pendiente', 'Confirmado') para solo contar turnos activos.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712602"/>
                  </a:ext>
                </a:extLst>
              </a:tr>
              <a:tr h="1016582">
                <a:tc>
                  <a:txBody>
                    <a:bodyPr/>
                    <a:lstStyle/>
                    <a:p>
                      <a:pPr algn="l"/>
                      <a:r>
                        <a:rPr lang="es-AR" dirty="0" smtClean="0"/>
                        <a:t>ERROR DE ZONA HORARIA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dirty="0" smtClean="0"/>
                        <a:t>Los turnos de "mañana" se contaban como "hoy" debido a un desfase en el servidor.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dirty="0" smtClean="0"/>
                        <a:t>Se implementó </a:t>
                      </a:r>
                      <a:r>
                        <a:rPr lang="es-ES" dirty="0" err="1" smtClean="0"/>
                        <a:t>date_default_timezone_set</a:t>
                      </a:r>
                      <a:r>
                        <a:rPr lang="es-ES" dirty="0" smtClean="0"/>
                        <a:t> ('</a:t>
                      </a:r>
                      <a:r>
                        <a:rPr lang="es-ES" dirty="0" err="1" smtClean="0"/>
                        <a:t>America</a:t>
                      </a:r>
                      <a:r>
                        <a:rPr lang="es-ES" dirty="0" smtClean="0"/>
                        <a:t>/Argentina/</a:t>
                      </a:r>
                      <a:r>
                        <a:rPr lang="es-ES" dirty="0" err="1" smtClean="0"/>
                        <a:t>Cordoba</a:t>
                      </a:r>
                      <a:r>
                        <a:rPr lang="es-ES" dirty="0" smtClean="0"/>
                        <a:t>') al inicio de </a:t>
                      </a:r>
                      <a:r>
                        <a:rPr lang="es-ES" dirty="0" err="1" smtClean="0"/>
                        <a:t>index.php</a:t>
                      </a:r>
                      <a:r>
                        <a:rPr lang="es-ES" dirty="0" smtClean="0"/>
                        <a:t> para sincronizar la hora de PHP y </a:t>
                      </a:r>
                      <a:r>
                        <a:rPr lang="es-ES" dirty="0" err="1" smtClean="0"/>
                        <a:t>MySQL</a:t>
                      </a:r>
                      <a:r>
                        <a:rPr lang="es-ES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557305"/>
                  </a:ext>
                </a:extLst>
              </a:tr>
              <a:tr h="1321556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DATOS</a:t>
                      </a:r>
                      <a:r>
                        <a:rPr lang="en-US" baseline="0" dirty="0" smtClean="0"/>
                        <a:t> INVALIDADOS EN HISTORIAL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dirty="0" smtClean="0"/>
                        <a:t>Campos de texto/número (motivo, peso) mostraban el error 0000-00-00 00:00:00.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dirty="0" smtClean="0"/>
                        <a:t>Se corrigió el error en la cláusula ORDER BY en </a:t>
                      </a:r>
                      <a:r>
                        <a:rPr lang="es-ES" dirty="0" err="1" smtClean="0"/>
                        <a:t>consultas.php</a:t>
                      </a:r>
                      <a:r>
                        <a:rPr lang="es-ES" dirty="0" smtClean="0"/>
                        <a:t> y se verificaron los tipos de datos (FLOAT, TEXT, VARCHAR) en la tabla </a:t>
                      </a:r>
                      <a:r>
                        <a:rPr lang="es-ES" dirty="0" err="1" smtClean="0"/>
                        <a:t>MySQL</a:t>
                      </a:r>
                      <a:r>
                        <a:rPr lang="es-ES" dirty="0" smtClean="0"/>
                        <a:t> para evitar la conversión automática a fecha.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239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24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17748" y="-171400"/>
            <a:ext cx="9143538" cy="1066800"/>
          </a:xfrm>
        </p:spPr>
        <p:txBody>
          <a:bodyPr rtlCol="0"/>
          <a:lstStyle/>
          <a:p>
            <a:pPr rtl="0"/>
            <a:r>
              <a:rPr lang="es-ES" dirty="0" smtClean="0"/>
              <a:t>Conclusión</a:t>
            </a:r>
            <a:endParaRPr lang="es-ES" dirty="0">
              <a:latin typeface="Calibri" panose="020F0502020204030204" pitchFamily="34" charset="0"/>
            </a:endParaRPr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61764" y="980728"/>
            <a:ext cx="9143538" cy="3697465"/>
          </a:xfrm>
        </p:spPr>
        <p:txBody>
          <a:bodyPr rtlCol="0"/>
          <a:lstStyle/>
          <a:p>
            <a:pPr rtl="0"/>
            <a:r>
              <a:rPr lang="es-ES" dirty="0" smtClean="0">
                <a:latin typeface="Calibri" panose="020F0502020204030204" pitchFamily="34" charset="0"/>
              </a:rPr>
              <a:t>Logro: </a:t>
            </a:r>
            <a:r>
              <a:rPr lang="es-ES" sz="1800" dirty="0" smtClean="0">
                <a:latin typeface="Calibri" panose="020F0502020204030204" pitchFamily="34" charset="0"/>
              </a:rPr>
              <a:t>El proyecto finalizó con una programa funcional, estable y robusto, capaz de gestionar la operatividad diaria de la clínica.</a:t>
            </a:r>
            <a:endParaRPr lang="es-ES" dirty="0" smtClean="0">
              <a:latin typeface="Calibri" panose="020F0502020204030204" pitchFamily="34" charset="0"/>
            </a:endParaRPr>
          </a:p>
          <a:p>
            <a:pPr rtl="0"/>
            <a:r>
              <a:rPr lang="es-ES" dirty="0" smtClean="0"/>
              <a:t>Hitos Clave: </a:t>
            </a:r>
            <a:r>
              <a:rPr lang="es-ES" sz="1800" dirty="0" smtClean="0"/>
              <a:t>Demostración de manejo de sesiones, consultas SQL y resolución de problemas con “</a:t>
            </a:r>
            <a:r>
              <a:rPr lang="es-ES" sz="1800" dirty="0" err="1" smtClean="0"/>
              <a:t>timezone</a:t>
            </a:r>
            <a:r>
              <a:rPr lang="es-ES" sz="1800" dirty="0" smtClean="0"/>
              <a:t>”.</a:t>
            </a:r>
          </a:p>
          <a:p>
            <a:pPr rtl="0"/>
            <a:r>
              <a:rPr lang="es-ES" dirty="0" smtClean="0"/>
              <a:t>Proyectos a futuro: </a:t>
            </a:r>
            <a:r>
              <a:rPr lang="es-ES" sz="1800" dirty="0" smtClean="0"/>
              <a:t>Implementación de reportes PDF/Excel, notificaciones por correo electrónico, o un módulo de facturación.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804" y="3717032"/>
            <a:ext cx="1907573" cy="338784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228" y="3429000"/>
            <a:ext cx="3029322" cy="302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1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ción de información general sobre la planeación del proyecto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98000"/>
              </a:schemeClr>
            </a:duotone>
          </a:blip>
          <a:tile tx="0" ty="0" sx="100000" sy="100000" flip="none" algn="ctr"/>
        </a:blipFill>
      </a:bgFillStyleLst>
    </a:fmtScheme>
  </a:themeElements>
  <a:objectDefaults>
    <a:spDef>
      <a:spPr>
        <a:solidFill>
          <a:schemeClr val="accent1">
            <a:lumMod val="50000"/>
          </a:schemeClr>
        </a:solidFill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accent1">
              <a:lumMod val="20000"/>
              <a:lumOff val="80000"/>
            </a:schemeClr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26713968_TF03460544" id="{5893E416-5E13-466A-92AE-0A665B74B2DE}" vid="{318DD58B-AF31-4FED-847A-C5563F90B9D1}"/>
    </a:ext>
  </a:extLst>
</a:theme>
</file>

<file path=ppt/theme/theme2.xml><?xml version="1.0" encoding="utf-8"?>
<a:theme xmlns:a="http://schemas.openxmlformats.org/drawingml/2006/main" name="Tema de Offic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con información general sobre la planeación de proyectos empresariales</Template>
  <TotalTime>170</TotalTime>
  <Words>618</Words>
  <Application>Microsoft Office PowerPoint</Application>
  <PresentationFormat>Personalizado</PresentationFormat>
  <Paragraphs>93</Paragraphs>
  <Slides>10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Presentación de información general sobre la planeación del proyecto</vt:lpstr>
      <vt:lpstr>PetCare® |               Sistema de Gestión Veterinaria.</vt:lpstr>
      <vt:lpstr>Problemas a Resolver</vt:lpstr>
      <vt:lpstr>Objetivo principal del proyecto</vt:lpstr>
      <vt:lpstr>Arquitectura de Software</vt:lpstr>
      <vt:lpstr>Modelo de Datos y Normalización</vt:lpstr>
      <vt:lpstr>Fases de Desarrollo</vt:lpstr>
      <vt:lpstr>Seguridad</vt:lpstr>
      <vt:lpstr>Validación y Manejo de Errores </vt:lpstr>
      <vt:lpstr>Desafíos Técnicos Resueltos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PetCare® |               Sistema de Gestión Veterinaria.</dc:title>
  <dc:creator>Pablo Almada</dc:creator>
  <cp:lastModifiedBy>Pablo Almada</cp:lastModifiedBy>
  <cp:revision>17</cp:revision>
  <dcterms:created xsi:type="dcterms:W3CDTF">2025-11-07T14:05:52Z</dcterms:created>
  <dcterms:modified xsi:type="dcterms:W3CDTF">2025-11-07T16:56:45Z</dcterms:modified>
</cp:coreProperties>
</file>